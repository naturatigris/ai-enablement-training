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1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68"/>
  </p:normalViewPr>
  <p:slideViewPr>
    <p:cSldViewPr snapToGrid="0">
      <p:cViewPr varScale="1">
        <p:scale>
          <a:sx n="93" d="100"/>
          <a:sy n="93" d="100"/>
        </p:scale>
        <p:origin x="248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hyperlink" Target="https://slidehunter.com/powerpoint-templates/dashboard-powerpoint-template/" TargetMode="External"/><Relationship Id="rId2" Type="http://schemas.openxmlformats.org/officeDocument/2006/relationships/image" Target="../media/image3.png"/><Relationship Id="rId1" Type="http://schemas.openxmlformats.org/officeDocument/2006/relationships/image" Target="../media/image2.png"/><Relationship Id="rId6" Type="http://schemas.openxmlformats.org/officeDocument/2006/relationships/image" Target="../media/image7.jp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hyperlink" Target="https://slidehunter.com/powerpoint-templates/dashboard-powerpoint-template/" TargetMode="External"/><Relationship Id="rId2" Type="http://schemas.openxmlformats.org/officeDocument/2006/relationships/image" Target="../media/image3.png"/><Relationship Id="rId1" Type="http://schemas.openxmlformats.org/officeDocument/2006/relationships/image" Target="../media/image2.png"/><Relationship Id="rId6" Type="http://schemas.openxmlformats.org/officeDocument/2006/relationships/image" Target="../media/image7.jp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1C34FB-66F7-CC48-8652-68021092C131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</dgm:pt>
    <dgm:pt modelId="{8B0385CF-5E8E-B642-993F-1417E6E9613C}">
      <dgm:prSet phldrT="[Text]"/>
      <dgm:spPr/>
      <dgm:t>
        <a:bodyPr/>
        <a:lstStyle/>
        <a:p>
          <a:r>
            <a:rPr lang="en-US" dirty="0"/>
            <a:t>Capture and classify user input</a:t>
          </a:r>
        </a:p>
      </dgm:t>
    </dgm:pt>
    <dgm:pt modelId="{95C28F8B-0D9B-E448-B6C7-0B342E0A4463}" type="parTrans" cxnId="{13902C96-8792-7146-8C77-0E8B821C8267}">
      <dgm:prSet/>
      <dgm:spPr/>
      <dgm:t>
        <a:bodyPr/>
        <a:lstStyle/>
        <a:p>
          <a:endParaRPr lang="en-US"/>
        </a:p>
      </dgm:t>
    </dgm:pt>
    <dgm:pt modelId="{A82EB54A-EBC6-1540-A8F2-77B92727C7CF}" type="sibTrans" cxnId="{13902C96-8792-7146-8C77-0E8B821C8267}">
      <dgm:prSet/>
      <dgm:spPr/>
      <dgm:t>
        <a:bodyPr/>
        <a:lstStyle/>
        <a:p>
          <a:endParaRPr lang="en-US"/>
        </a:p>
      </dgm:t>
    </dgm:pt>
    <dgm:pt modelId="{39D82B12-F525-4F42-BC73-C21491FB9074}">
      <dgm:prSet phldrT="[Text]"/>
      <dgm:spPr/>
      <dgm:t>
        <a:bodyPr/>
        <a:lstStyle/>
        <a:p>
          <a:r>
            <a:rPr lang="en-US" dirty="0"/>
            <a:t>Execute predefined sales queries</a:t>
          </a:r>
        </a:p>
      </dgm:t>
    </dgm:pt>
    <dgm:pt modelId="{6960ED50-586D-ED48-8A8D-BE71701B0F06}" type="parTrans" cxnId="{4D4F3C5F-1B0C-EE4E-B3C3-08378C599396}">
      <dgm:prSet/>
      <dgm:spPr/>
      <dgm:t>
        <a:bodyPr/>
        <a:lstStyle/>
        <a:p>
          <a:endParaRPr lang="en-US"/>
        </a:p>
      </dgm:t>
    </dgm:pt>
    <dgm:pt modelId="{1343FC70-6E67-1B42-985C-52E194E2D6AE}" type="sibTrans" cxnId="{4D4F3C5F-1B0C-EE4E-B3C3-08378C599396}">
      <dgm:prSet/>
      <dgm:spPr/>
      <dgm:t>
        <a:bodyPr/>
        <a:lstStyle/>
        <a:p>
          <a:endParaRPr lang="en-US"/>
        </a:p>
      </dgm:t>
    </dgm:pt>
    <dgm:pt modelId="{88422D12-CDD2-0F4C-815A-1A6D32825C47}">
      <dgm:prSet phldrT="[Text]"/>
      <dgm:spPr/>
      <dgm:t>
        <a:bodyPr/>
        <a:lstStyle/>
        <a:p>
          <a:r>
            <a:rPr lang="en-US" dirty="0"/>
            <a:t>Render a fixed dashboard template</a:t>
          </a:r>
        </a:p>
      </dgm:t>
    </dgm:pt>
    <dgm:pt modelId="{4E183D29-0912-4442-9B7A-9CEF080B09AE}" type="parTrans" cxnId="{D2EF19EF-478B-E245-9B3B-D36C74F8E5FA}">
      <dgm:prSet/>
      <dgm:spPr/>
      <dgm:t>
        <a:bodyPr/>
        <a:lstStyle/>
        <a:p>
          <a:endParaRPr lang="en-US"/>
        </a:p>
      </dgm:t>
    </dgm:pt>
    <dgm:pt modelId="{D45FD036-DF08-B04D-870C-81715FFF3832}" type="sibTrans" cxnId="{D2EF19EF-478B-E245-9B3B-D36C74F8E5FA}">
      <dgm:prSet/>
      <dgm:spPr/>
      <dgm:t>
        <a:bodyPr/>
        <a:lstStyle/>
        <a:p>
          <a:endParaRPr lang="en-US"/>
        </a:p>
      </dgm:t>
    </dgm:pt>
    <dgm:pt modelId="{220C4D18-F540-D444-9461-46AC495BF85C}" type="pres">
      <dgm:prSet presAssocID="{B01C34FB-66F7-CC48-8652-68021092C131}" presName="Name0" presStyleCnt="0">
        <dgm:presLayoutVars>
          <dgm:dir/>
          <dgm:resizeHandles val="exact"/>
        </dgm:presLayoutVars>
      </dgm:prSet>
      <dgm:spPr/>
    </dgm:pt>
    <dgm:pt modelId="{01302DF8-65F4-9643-84B1-0E1732C83421}" type="pres">
      <dgm:prSet presAssocID="{8B0385CF-5E8E-B642-993F-1417E6E9613C}" presName="node" presStyleLbl="node1" presStyleIdx="0" presStyleCnt="3">
        <dgm:presLayoutVars>
          <dgm:bulletEnabled val="1"/>
        </dgm:presLayoutVars>
      </dgm:prSet>
      <dgm:spPr/>
    </dgm:pt>
    <dgm:pt modelId="{C731ED33-266C-184E-ADDF-8B7686200BC3}" type="pres">
      <dgm:prSet presAssocID="{A82EB54A-EBC6-1540-A8F2-77B92727C7CF}" presName="sibTrans" presStyleLbl="sibTrans2D1" presStyleIdx="0" presStyleCnt="2"/>
      <dgm:spPr/>
    </dgm:pt>
    <dgm:pt modelId="{58A64FC8-5040-264D-A38E-9FB7F61E501C}" type="pres">
      <dgm:prSet presAssocID="{A82EB54A-EBC6-1540-A8F2-77B92727C7CF}" presName="connectorText" presStyleLbl="sibTrans2D1" presStyleIdx="0" presStyleCnt="2"/>
      <dgm:spPr/>
    </dgm:pt>
    <dgm:pt modelId="{C53538A0-B070-214B-A505-8BA65AF18C2B}" type="pres">
      <dgm:prSet presAssocID="{39D82B12-F525-4F42-BC73-C21491FB9074}" presName="node" presStyleLbl="node1" presStyleIdx="1" presStyleCnt="3">
        <dgm:presLayoutVars>
          <dgm:bulletEnabled val="1"/>
        </dgm:presLayoutVars>
      </dgm:prSet>
      <dgm:spPr/>
    </dgm:pt>
    <dgm:pt modelId="{B5454D59-2213-6347-90CD-2CDC455DDC45}" type="pres">
      <dgm:prSet presAssocID="{1343FC70-6E67-1B42-985C-52E194E2D6AE}" presName="sibTrans" presStyleLbl="sibTrans2D1" presStyleIdx="1" presStyleCnt="2"/>
      <dgm:spPr/>
    </dgm:pt>
    <dgm:pt modelId="{5C750761-4F43-BE4F-9706-9C4E05E65E10}" type="pres">
      <dgm:prSet presAssocID="{1343FC70-6E67-1B42-985C-52E194E2D6AE}" presName="connectorText" presStyleLbl="sibTrans2D1" presStyleIdx="1" presStyleCnt="2"/>
      <dgm:spPr/>
    </dgm:pt>
    <dgm:pt modelId="{42DE1E19-D33D-0E4F-9F31-5E7A05C165CA}" type="pres">
      <dgm:prSet presAssocID="{88422D12-CDD2-0F4C-815A-1A6D32825C47}" presName="node" presStyleLbl="node1" presStyleIdx="2" presStyleCnt="3">
        <dgm:presLayoutVars>
          <dgm:bulletEnabled val="1"/>
        </dgm:presLayoutVars>
      </dgm:prSet>
      <dgm:spPr/>
    </dgm:pt>
  </dgm:ptLst>
  <dgm:cxnLst>
    <dgm:cxn modelId="{989A2049-2FD4-9F4F-ACFC-CD627B9BF962}" type="presOf" srcId="{39D82B12-F525-4F42-BC73-C21491FB9074}" destId="{C53538A0-B070-214B-A505-8BA65AF18C2B}" srcOrd="0" destOrd="0" presId="urn:microsoft.com/office/officeart/2005/8/layout/process1"/>
    <dgm:cxn modelId="{4D4F3C5F-1B0C-EE4E-B3C3-08378C599396}" srcId="{B01C34FB-66F7-CC48-8652-68021092C131}" destId="{39D82B12-F525-4F42-BC73-C21491FB9074}" srcOrd="1" destOrd="0" parTransId="{6960ED50-586D-ED48-8A8D-BE71701B0F06}" sibTransId="{1343FC70-6E67-1B42-985C-52E194E2D6AE}"/>
    <dgm:cxn modelId="{00EE0F62-212D-4F4D-BF0C-AFDDF4F1CCD2}" type="presOf" srcId="{88422D12-CDD2-0F4C-815A-1A6D32825C47}" destId="{42DE1E19-D33D-0E4F-9F31-5E7A05C165CA}" srcOrd="0" destOrd="0" presId="urn:microsoft.com/office/officeart/2005/8/layout/process1"/>
    <dgm:cxn modelId="{7F3D1C63-B149-CB44-9323-5B42676A9657}" type="presOf" srcId="{1343FC70-6E67-1B42-985C-52E194E2D6AE}" destId="{5C750761-4F43-BE4F-9706-9C4E05E65E10}" srcOrd="1" destOrd="0" presId="urn:microsoft.com/office/officeart/2005/8/layout/process1"/>
    <dgm:cxn modelId="{CF638F74-E4DF-084E-A73E-C8C91C396C63}" type="presOf" srcId="{8B0385CF-5E8E-B642-993F-1417E6E9613C}" destId="{01302DF8-65F4-9643-84B1-0E1732C83421}" srcOrd="0" destOrd="0" presId="urn:microsoft.com/office/officeart/2005/8/layout/process1"/>
    <dgm:cxn modelId="{6F6C3482-FF7A-C24B-8F3D-2999A4908193}" type="presOf" srcId="{1343FC70-6E67-1B42-985C-52E194E2D6AE}" destId="{B5454D59-2213-6347-90CD-2CDC455DDC45}" srcOrd="0" destOrd="0" presId="urn:microsoft.com/office/officeart/2005/8/layout/process1"/>
    <dgm:cxn modelId="{13902C96-8792-7146-8C77-0E8B821C8267}" srcId="{B01C34FB-66F7-CC48-8652-68021092C131}" destId="{8B0385CF-5E8E-B642-993F-1417E6E9613C}" srcOrd="0" destOrd="0" parTransId="{95C28F8B-0D9B-E448-B6C7-0B342E0A4463}" sibTransId="{A82EB54A-EBC6-1540-A8F2-77B92727C7CF}"/>
    <dgm:cxn modelId="{D22F1B9E-AB9D-9246-8A28-0040B63C42A7}" type="presOf" srcId="{A82EB54A-EBC6-1540-A8F2-77B92727C7CF}" destId="{58A64FC8-5040-264D-A38E-9FB7F61E501C}" srcOrd="1" destOrd="0" presId="urn:microsoft.com/office/officeart/2005/8/layout/process1"/>
    <dgm:cxn modelId="{EF82DCDD-4471-7C4B-959C-84E6648AD0D1}" type="presOf" srcId="{B01C34FB-66F7-CC48-8652-68021092C131}" destId="{220C4D18-F540-D444-9461-46AC495BF85C}" srcOrd="0" destOrd="0" presId="urn:microsoft.com/office/officeart/2005/8/layout/process1"/>
    <dgm:cxn modelId="{E6174DEB-BDDB-6244-9D03-993FD93F2AFC}" type="presOf" srcId="{A82EB54A-EBC6-1540-A8F2-77B92727C7CF}" destId="{C731ED33-266C-184E-ADDF-8B7686200BC3}" srcOrd="0" destOrd="0" presId="urn:microsoft.com/office/officeart/2005/8/layout/process1"/>
    <dgm:cxn modelId="{D2EF19EF-478B-E245-9B3B-D36C74F8E5FA}" srcId="{B01C34FB-66F7-CC48-8652-68021092C131}" destId="{88422D12-CDD2-0F4C-815A-1A6D32825C47}" srcOrd="2" destOrd="0" parTransId="{4E183D29-0912-4442-9B7A-9CEF080B09AE}" sibTransId="{D45FD036-DF08-B04D-870C-81715FFF3832}"/>
    <dgm:cxn modelId="{76BB09A7-4921-D141-93CB-62E9D58B9740}" type="presParOf" srcId="{220C4D18-F540-D444-9461-46AC495BF85C}" destId="{01302DF8-65F4-9643-84B1-0E1732C83421}" srcOrd="0" destOrd="0" presId="urn:microsoft.com/office/officeart/2005/8/layout/process1"/>
    <dgm:cxn modelId="{9E4ECE86-14D1-0144-8814-E4B3E2C8210D}" type="presParOf" srcId="{220C4D18-F540-D444-9461-46AC495BF85C}" destId="{C731ED33-266C-184E-ADDF-8B7686200BC3}" srcOrd="1" destOrd="0" presId="urn:microsoft.com/office/officeart/2005/8/layout/process1"/>
    <dgm:cxn modelId="{EA1BAEF9-1BA9-214E-8561-DA67C29A6F94}" type="presParOf" srcId="{C731ED33-266C-184E-ADDF-8B7686200BC3}" destId="{58A64FC8-5040-264D-A38E-9FB7F61E501C}" srcOrd="0" destOrd="0" presId="urn:microsoft.com/office/officeart/2005/8/layout/process1"/>
    <dgm:cxn modelId="{E02B002C-9722-474D-B23D-AC06DE12E9EC}" type="presParOf" srcId="{220C4D18-F540-D444-9461-46AC495BF85C}" destId="{C53538A0-B070-214B-A505-8BA65AF18C2B}" srcOrd="2" destOrd="0" presId="urn:microsoft.com/office/officeart/2005/8/layout/process1"/>
    <dgm:cxn modelId="{D9B9D4B6-A0C9-B44D-AF83-3367E9402A1C}" type="presParOf" srcId="{220C4D18-F540-D444-9461-46AC495BF85C}" destId="{B5454D59-2213-6347-90CD-2CDC455DDC45}" srcOrd="3" destOrd="0" presId="urn:microsoft.com/office/officeart/2005/8/layout/process1"/>
    <dgm:cxn modelId="{3B36B287-6F70-274D-ABC8-55D3BE697FD4}" type="presParOf" srcId="{B5454D59-2213-6347-90CD-2CDC455DDC45}" destId="{5C750761-4F43-BE4F-9706-9C4E05E65E10}" srcOrd="0" destOrd="0" presId="urn:microsoft.com/office/officeart/2005/8/layout/process1"/>
    <dgm:cxn modelId="{56B37AD3-C0C0-6C41-97EF-9820DB9E1C1F}" type="presParOf" srcId="{220C4D18-F540-D444-9461-46AC495BF85C}" destId="{42DE1E19-D33D-0E4F-9F31-5E7A05C165CA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6A7A810-6757-B443-BDAF-E71C748C12FE}" type="doc">
      <dgm:prSet loTypeId="urn:microsoft.com/office/officeart/2009/layout/CirclePictureHierarchy" loCatId="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985F8C3-6B2B-8644-B0B3-8DC24AEC8640}">
      <dgm:prSet phldrT="[Text]"/>
      <dgm:spPr/>
      <dgm:t>
        <a:bodyPr/>
        <a:lstStyle/>
        <a:p>
          <a:r>
            <a:rPr lang="en-US" dirty="0"/>
            <a:t>user input</a:t>
          </a:r>
        </a:p>
      </dgm:t>
    </dgm:pt>
    <dgm:pt modelId="{36A7E2CF-BC82-E941-9F02-3C4DF11302D6}" type="parTrans" cxnId="{6F5753E8-C516-9F4A-9790-E98D4CB87825}">
      <dgm:prSet/>
      <dgm:spPr/>
      <dgm:t>
        <a:bodyPr/>
        <a:lstStyle/>
        <a:p>
          <a:endParaRPr lang="en-US"/>
        </a:p>
      </dgm:t>
    </dgm:pt>
    <dgm:pt modelId="{8EB25382-EFDB-544A-B214-316CA012EA3D}" type="sibTrans" cxnId="{6F5753E8-C516-9F4A-9790-E98D4CB87825}">
      <dgm:prSet/>
      <dgm:spPr/>
      <dgm:t>
        <a:bodyPr/>
        <a:lstStyle/>
        <a:p>
          <a:endParaRPr lang="en-US"/>
        </a:p>
      </dgm:t>
    </dgm:pt>
    <dgm:pt modelId="{E9B2F3CB-B8FD-2744-8223-08226CA87229}">
      <dgm:prSet phldrT="[Text]"/>
      <dgm:spPr/>
      <dgm:t>
        <a:bodyPr/>
        <a:lstStyle/>
        <a:p>
          <a:r>
            <a:rPr lang="en-US" dirty="0"/>
            <a:t>Intent Classification using NLP (Monthly / Yearly)</a:t>
          </a:r>
        </a:p>
      </dgm:t>
    </dgm:pt>
    <dgm:pt modelId="{F4CE2E34-BFBB-2949-9DC8-BFA01EB4F06D}" type="parTrans" cxnId="{9572DC92-8164-7B48-8B8C-AF19704E49D4}">
      <dgm:prSet/>
      <dgm:spPr/>
      <dgm:t>
        <a:bodyPr/>
        <a:lstStyle/>
        <a:p>
          <a:endParaRPr lang="en-US"/>
        </a:p>
      </dgm:t>
    </dgm:pt>
    <dgm:pt modelId="{C73AC04B-049F-4B43-BFC2-D0B22DC469B7}" type="sibTrans" cxnId="{9572DC92-8164-7B48-8B8C-AF19704E49D4}">
      <dgm:prSet/>
      <dgm:spPr/>
      <dgm:t>
        <a:bodyPr/>
        <a:lstStyle/>
        <a:p>
          <a:endParaRPr lang="en-US"/>
        </a:p>
      </dgm:t>
    </dgm:pt>
    <dgm:pt modelId="{C1AA5C38-F982-0442-A2C7-4BA500901D78}">
      <dgm:prSet phldrT="[Text]"/>
      <dgm:spPr/>
      <dgm:t>
        <a:bodyPr/>
        <a:lstStyle/>
        <a:p>
          <a:r>
            <a:rPr lang="en-US" dirty="0"/>
            <a:t>querying Sales dB  with predef queries</a:t>
          </a:r>
        </a:p>
      </dgm:t>
    </dgm:pt>
    <dgm:pt modelId="{CFAC9118-E621-794B-963B-98087BFC3022}" type="parTrans" cxnId="{1F24480F-0985-BD4A-B76E-7DEB34101E5A}">
      <dgm:prSet/>
      <dgm:spPr/>
      <dgm:t>
        <a:bodyPr/>
        <a:lstStyle/>
        <a:p>
          <a:endParaRPr lang="en-US"/>
        </a:p>
      </dgm:t>
    </dgm:pt>
    <dgm:pt modelId="{CCBEE3DE-3BD3-9F4F-9CF3-C4C058F3F741}" type="sibTrans" cxnId="{1F24480F-0985-BD4A-B76E-7DEB34101E5A}">
      <dgm:prSet/>
      <dgm:spPr/>
      <dgm:t>
        <a:bodyPr/>
        <a:lstStyle/>
        <a:p>
          <a:endParaRPr lang="en-US"/>
        </a:p>
      </dgm:t>
    </dgm:pt>
    <dgm:pt modelId="{076899B6-75A0-8942-ABB3-A7EDB70EE1B8}">
      <dgm:prSet phldrT="[Text]"/>
      <dgm:spPr/>
      <dgm:t>
        <a:bodyPr/>
        <a:lstStyle/>
        <a:p>
          <a:r>
            <a:rPr lang="en-US" dirty="0"/>
            <a:t>Fixed Aggregations </a:t>
          </a:r>
        </a:p>
      </dgm:t>
    </dgm:pt>
    <dgm:pt modelId="{5890CABE-63FA-3344-9D31-AD6CAFCD6085}" type="parTrans" cxnId="{0AB0D461-0408-8F40-B492-92AB0FF642C7}">
      <dgm:prSet/>
      <dgm:spPr/>
      <dgm:t>
        <a:bodyPr/>
        <a:lstStyle/>
        <a:p>
          <a:endParaRPr lang="en-US"/>
        </a:p>
      </dgm:t>
    </dgm:pt>
    <dgm:pt modelId="{65C1DD2E-FBC6-E74C-A772-4C83A3094902}" type="sibTrans" cxnId="{0AB0D461-0408-8F40-B492-92AB0FF642C7}">
      <dgm:prSet/>
      <dgm:spPr/>
      <dgm:t>
        <a:bodyPr/>
        <a:lstStyle/>
        <a:p>
          <a:endParaRPr lang="en-US"/>
        </a:p>
      </dgm:t>
    </dgm:pt>
    <dgm:pt modelId="{4B5D1DB6-FCF9-D545-80D9-7A0C5EC23392}">
      <dgm:prSet phldrT="[Text]"/>
      <dgm:spPr/>
      <dgm:t>
        <a:bodyPr/>
        <a:lstStyle/>
        <a:p>
          <a:r>
            <a:rPr lang="en-US" dirty="0"/>
            <a:t>Static dashboard using fixed tools like tableau</a:t>
          </a:r>
        </a:p>
      </dgm:t>
    </dgm:pt>
    <dgm:pt modelId="{CC4CA327-331E-F543-AF08-362605046BE0}" type="parTrans" cxnId="{5D6210AE-682E-1849-A2F0-0EA652FF92BA}">
      <dgm:prSet/>
      <dgm:spPr/>
      <dgm:t>
        <a:bodyPr/>
        <a:lstStyle/>
        <a:p>
          <a:endParaRPr lang="en-US"/>
        </a:p>
      </dgm:t>
    </dgm:pt>
    <dgm:pt modelId="{0E2C2B98-4FDE-3141-A6CE-3D4C8AAC3384}" type="sibTrans" cxnId="{5D6210AE-682E-1849-A2F0-0EA652FF92BA}">
      <dgm:prSet/>
      <dgm:spPr/>
      <dgm:t>
        <a:bodyPr/>
        <a:lstStyle/>
        <a:p>
          <a:endParaRPr lang="en-US"/>
        </a:p>
      </dgm:t>
    </dgm:pt>
    <dgm:pt modelId="{9F98DE29-0E73-3542-965D-208EAE932BAC}" type="pres">
      <dgm:prSet presAssocID="{26A7A810-6757-B443-BDAF-E71C748C12F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B0ADCBF-F678-B548-96DC-52059FDC8652}" type="pres">
      <dgm:prSet presAssocID="{C985F8C3-6B2B-8644-B0B3-8DC24AEC8640}" presName="hierRoot1" presStyleCnt="0"/>
      <dgm:spPr/>
    </dgm:pt>
    <dgm:pt modelId="{A354F57E-0593-2449-9A47-FFCBE7231938}" type="pres">
      <dgm:prSet presAssocID="{C985F8C3-6B2B-8644-B0B3-8DC24AEC8640}" presName="composite" presStyleCnt="0"/>
      <dgm:spPr/>
    </dgm:pt>
    <dgm:pt modelId="{300F60DE-63C1-DB41-815F-0568A0A0FC97}" type="pres">
      <dgm:prSet presAssocID="{C985F8C3-6B2B-8644-B0B3-8DC24AEC8640}" presName="image" presStyleLbl="node0" presStyleIdx="0" presStyleCnt="1"/>
      <dgm:spPr>
        <a:blipFill>
          <a:blip xmlns:r="http://schemas.openxmlformats.org/officeDocument/2006/relationships" r:embed="rId1"/>
          <a:srcRect/>
          <a:stretch>
            <a:fillRect t="-11000" b="-11000"/>
          </a:stretch>
        </a:blipFill>
      </dgm:spPr>
    </dgm:pt>
    <dgm:pt modelId="{9ED71E1A-5BEC-A84B-A2B7-859FEE8C933F}" type="pres">
      <dgm:prSet presAssocID="{C985F8C3-6B2B-8644-B0B3-8DC24AEC8640}" presName="text" presStyleLbl="revTx" presStyleIdx="0" presStyleCnt="5">
        <dgm:presLayoutVars>
          <dgm:chPref val="3"/>
        </dgm:presLayoutVars>
      </dgm:prSet>
      <dgm:spPr/>
    </dgm:pt>
    <dgm:pt modelId="{BDD5E42A-F697-C249-BEF8-61F47E1F310F}" type="pres">
      <dgm:prSet presAssocID="{C985F8C3-6B2B-8644-B0B3-8DC24AEC8640}" presName="hierChild2" presStyleCnt="0"/>
      <dgm:spPr/>
    </dgm:pt>
    <dgm:pt modelId="{5EB048AE-0D80-274F-B1F5-FF0378D24D08}" type="pres">
      <dgm:prSet presAssocID="{F4CE2E34-BFBB-2949-9DC8-BFA01EB4F06D}" presName="Name10" presStyleLbl="parChTrans1D2" presStyleIdx="0" presStyleCnt="1"/>
      <dgm:spPr/>
    </dgm:pt>
    <dgm:pt modelId="{07D11AA9-6089-8E4C-B487-D4EC813C7347}" type="pres">
      <dgm:prSet presAssocID="{E9B2F3CB-B8FD-2744-8223-08226CA87229}" presName="hierRoot2" presStyleCnt="0"/>
      <dgm:spPr/>
    </dgm:pt>
    <dgm:pt modelId="{A6693E05-8D0F-F149-ABB2-291BE88B5A99}" type="pres">
      <dgm:prSet presAssocID="{E9B2F3CB-B8FD-2744-8223-08226CA87229}" presName="composite2" presStyleCnt="0"/>
      <dgm:spPr/>
    </dgm:pt>
    <dgm:pt modelId="{BC59ADD1-F9A2-8049-80B4-1E97B780E640}" type="pres">
      <dgm:prSet presAssocID="{E9B2F3CB-B8FD-2744-8223-08226CA87229}" presName="image2" presStyleLbl="node2" presStyleIdx="0" presStyleCnt="1"/>
      <dgm:spPr>
        <a:blipFill>
          <a:blip xmlns:r="http://schemas.openxmlformats.org/officeDocument/2006/relationships" r:embed="rId2"/>
          <a:srcRect/>
          <a:stretch>
            <a:fillRect l="-10000" r="-10000"/>
          </a:stretch>
        </a:blipFill>
      </dgm:spPr>
    </dgm:pt>
    <dgm:pt modelId="{D3FB8DE5-9F67-6E4F-BC18-D8280200354D}" type="pres">
      <dgm:prSet presAssocID="{E9B2F3CB-B8FD-2744-8223-08226CA87229}" presName="text2" presStyleLbl="revTx" presStyleIdx="1" presStyleCnt="5">
        <dgm:presLayoutVars>
          <dgm:chPref val="3"/>
        </dgm:presLayoutVars>
      </dgm:prSet>
      <dgm:spPr/>
    </dgm:pt>
    <dgm:pt modelId="{7CABFFCD-9921-0742-8A8E-8F510B9A8865}" type="pres">
      <dgm:prSet presAssocID="{E9B2F3CB-B8FD-2744-8223-08226CA87229}" presName="hierChild3" presStyleCnt="0"/>
      <dgm:spPr/>
    </dgm:pt>
    <dgm:pt modelId="{20D56635-F800-9E43-82B6-722CB56DA29F}" type="pres">
      <dgm:prSet presAssocID="{CFAC9118-E621-794B-963B-98087BFC3022}" presName="Name17" presStyleLbl="parChTrans1D3" presStyleIdx="0" presStyleCnt="1"/>
      <dgm:spPr/>
    </dgm:pt>
    <dgm:pt modelId="{F09024B5-4851-784E-BFD3-E5ECC402BBEA}" type="pres">
      <dgm:prSet presAssocID="{C1AA5C38-F982-0442-A2C7-4BA500901D78}" presName="hierRoot3" presStyleCnt="0"/>
      <dgm:spPr/>
    </dgm:pt>
    <dgm:pt modelId="{4283C179-8974-1F49-939C-E33B4D39B799}" type="pres">
      <dgm:prSet presAssocID="{C1AA5C38-F982-0442-A2C7-4BA500901D78}" presName="composite3" presStyleCnt="0"/>
      <dgm:spPr/>
    </dgm:pt>
    <dgm:pt modelId="{B3056334-5019-0446-81DD-BC9D3565B6F9}" type="pres">
      <dgm:prSet presAssocID="{C1AA5C38-F982-0442-A2C7-4BA500901D78}" presName="image3" presStyleLbl="node3" presStyleIdx="0" presStyleCnt="1"/>
      <dgm:spPr>
        <a:blipFill>
          <a:blip xmlns:r="http://schemas.openxmlformats.org/officeDocument/2006/relationships" r:embed="rId3"/>
          <a:srcRect/>
          <a:stretch>
            <a:fillRect t="-11000" b="-11000"/>
          </a:stretch>
        </a:blipFill>
      </dgm:spPr>
    </dgm:pt>
    <dgm:pt modelId="{458FC6B5-53D5-DD47-80B7-F6F65758196E}" type="pres">
      <dgm:prSet presAssocID="{C1AA5C38-F982-0442-A2C7-4BA500901D78}" presName="text3" presStyleLbl="revTx" presStyleIdx="2" presStyleCnt="5">
        <dgm:presLayoutVars>
          <dgm:chPref val="3"/>
        </dgm:presLayoutVars>
      </dgm:prSet>
      <dgm:spPr/>
    </dgm:pt>
    <dgm:pt modelId="{BC833905-D116-0A48-84F2-01EEFFFE2A6E}" type="pres">
      <dgm:prSet presAssocID="{C1AA5C38-F982-0442-A2C7-4BA500901D78}" presName="hierChild4" presStyleCnt="0"/>
      <dgm:spPr/>
    </dgm:pt>
    <dgm:pt modelId="{0798BD0A-70A6-0243-98CA-47B4FC3D0C2B}" type="pres">
      <dgm:prSet presAssocID="{5890CABE-63FA-3344-9D31-AD6CAFCD6085}" presName="Name23" presStyleLbl="parChTrans1D4" presStyleIdx="0" presStyleCnt="2"/>
      <dgm:spPr/>
    </dgm:pt>
    <dgm:pt modelId="{F08A0A8A-8AD1-424B-BBF3-D8C6BF30A708}" type="pres">
      <dgm:prSet presAssocID="{076899B6-75A0-8942-ABB3-A7EDB70EE1B8}" presName="hierRoot4" presStyleCnt="0"/>
      <dgm:spPr/>
    </dgm:pt>
    <dgm:pt modelId="{591A9482-C18C-EB4E-A53E-8CDCFC3CFEE3}" type="pres">
      <dgm:prSet presAssocID="{076899B6-75A0-8942-ABB3-A7EDB70EE1B8}" presName="composite4" presStyleCnt="0"/>
      <dgm:spPr/>
    </dgm:pt>
    <dgm:pt modelId="{50269BD3-F2E7-CB48-AA7E-0B5D98E4A055}" type="pres">
      <dgm:prSet presAssocID="{076899B6-75A0-8942-ABB3-A7EDB70EE1B8}" presName="image4" presStyleLbl="node4" presStyleIdx="0" presStyleCnt="2"/>
      <dgm:spPr>
        <a:blipFill>
          <a:blip xmlns:r="http://schemas.openxmlformats.org/officeDocument/2006/relationships"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 t="-1000" b="-1000"/>
          </a:stretch>
        </a:blipFill>
      </dgm:spPr>
    </dgm:pt>
    <dgm:pt modelId="{60D36D6F-F319-794C-8CA4-50E67E7807EC}" type="pres">
      <dgm:prSet presAssocID="{076899B6-75A0-8942-ABB3-A7EDB70EE1B8}" presName="text4" presStyleLbl="revTx" presStyleIdx="3" presStyleCnt="5">
        <dgm:presLayoutVars>
          <dgm:chPref val="3"/>
        </dgm:presLayoutVars>
      </dgm:prSet>
      <dgm:spPr/>
    </dgm:pt>
    <dgm:pt modelId="{B86C76FC-ED46-984D-B1B8-71DB5D34927A}" type="pres">
      <dgm:prSet presAssocID="{076899B6-75A0-8942-ABB3-A7EDB70EE1B8}" presName="hierChild5" presStyleCnt="0"/>
      <dgm:spPr/>
    </dgm:pt>
    <dgm:pt modelId="{0741A403-57A5-B84D-AE0F-A6C4237015EB}" type="pres">
      <dgm:prSet presAssocID="{CC4CA327-331E-F543-AF08-362605046BE0}" presName="Name23" presStyleLbl="parChTrans1D4" presStyleIdx="1" presStyleCnt="2"/>
      <dgm:spPr/>
    </dgm:pt>
    <dgm:pt modelId="{908DB395-BE9E-0944-BF72-C4D5011F9E1D}" type="pres">
      <dgm:prSet presAssocID="{4B5D1DB6-FCF9-D545-80D9-7A0C5EC23392}" presName="hierRoot4" presStyleCnt="0"/>
      <dgm:spPr/>
    </dgm:pt>
    <dgm:pt modelId="{CBFB9254-539A-E848-89D2-004DEFC05CBF}" type="pres">
      <dgm:prSet presAssocID="{4B5D1DB6-FCF9-D545-80D9-7A0C5EC23392}" presName="composite4" presStyleCnt="0"/>
      <dgm:spPr/>
    </dgm:pt>
    <dgm:pt modelId="{82456016-D79A-8245-9608-90504AFFDB43}" type="pres">
      <dgm:prSet presAssocID="{4B5D1DB6-FCF9-D545-80D9-7A0C5EC23392}" presName="image4" presStyleLbl="node4" presStyleIdx="1" presStyleCnt="2"/>
      <dgm:spPr>
        <a:prstGeom prst="rect">
          <a:avLst/>
        </a:prstGeom>
        <a:blipFill>
          <a:blip xmlns:r="http://schemas.openxmlformats.org/officeDocument/2006/relationships"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rcRect/>
          <a:stretch>
            <a:fillRect l="-39000" r="-39000"/>
          </a:stretch>
        </a:blipFill>
      </dgm:spPr>
    </dgm:pt>
    <dgm:pt modelId="{6E6A1D90-1A29-E545-823C-57A5792E7B06}" type="pres">
      <dgm:prSet presAssocID="{4B5D1DB6-FCF9-D545-80D9-7A0C5EC23392}" presName="text4" presStyleLbl="revTx" presStyleIdx="4" presStyleCnt="5">
        <dgm:presLayoutVars>
          <dgm:chPref val="3"/>
        </dgm:presLayoutVars>
      </dgm:prSet>
      <dgm:spPr/>
    </dgm:pt>
    <dgm:pt modelId="{30B043F2-F32F-7B4E-8D95-136587737CCC}" type="pres">
      <dgm:prSet presAssocID="{4B5D1DB6-FCF9-D545-80D9-7A0C5EC23392}" presName="hierChild5" presStyleCnt="0"/>
      <dgm:spPr/>
    </dgm:pt>
  </dgm:ptLst>
  <dgm:cxnLst>
    <dgm:cxn modelId="{3EAF3007-C7BA-4A4E-9BA3-0C64C79102FA}" type="presOf" srcId="{CC4CA327-331E-F543-AF08-362605046BE0}" destId="{0741A403-57A5-B84D-AE0F-A6C4237015EB}" srcOrd="0" destOrd="0" presId="urn:microsoft.com/office/officeart/2009/layout/CirclePictureHierarchy"/>
    <dgm:cxn modelId="{1F24480F-0985-BD4A-B76E-7DEB34101E5A}" srcId="{E9B2F3CB-B8FD-2744-8223-08226CA87229}" destId="{C1AA5C38-F982-0442-A2C7-4BA500901D78}" srcOrd="0" destOrd="0" parTransId="{CFAC9118-E621-794B-963B-98087BFC3022}" sibTransId="{CCBEE3DE-3BD3-9F4F-9CF3-C4C058F3F741}"/>
    <dgm:cxn modelId="{76549127-C187-4249-956B-772D02E8727D}" type="presOf" srcId="{E9B2F3CB-B8FD-2744-8223-08226CA87229}" destId="{D3FB8DE5-9F67-6E4F-BC18-D8280200354D}" srcOrd="0" destOrd="0" presId="urn:microsoft.com/office/officeart/2009/layout/CirclePictureHierarchy"/>
    <dgm:cxn modelId="{4AE3283F-331F-6543-BC03-104952E57FF3}" type="presOf" srcId="{CFAC9118-E621-794B-963B-98087BFC3022}" destId="{20D56635-F800-9E43-82B6-722CB56DA29F}" srcOrd="0" destOrd="0" presId="urn:microsoft.com/office/officeart/2009/layout/CirclePictureHierarchy"/>
    <dgm:cxn modelId="{65EF064E-AE34-B642-8B6C-8DA27BBC55B8}" type="presOf" srcId="{076899B6-75A0-8942-ABB3-A7EDB70EE1B8}" destId="{60D36D6F-F319-794C-8CA4-50E67E7807EC}" srcOrd="0" destOrd="0" presId="urn:microsoft.com/office/officeart/2009/layout/CirclePictureHierarchy"/>
    <dgm:cxn modelId="{188E1158-1524-5A4E-97A1-0E04AD8776F5}" type="presOf" srcId="{5890CABE-63FA-3344-9D31-AD6CAFCD6085}" destId="{0798BD0A-70A6-0243-98CA-47B4FC3D0C2B}" srcOrd="0" destOrd="0" presId="urn:microsoft.com/office/officeart/2009/layout/CirclePictureHierarchy"/>
    <dgm:cxn modelId="{E7A57960-611B-A84F-A167-5B3AF0C25175}" type="presOf" srcId="{C1AA5C38-F982-0442-A2C7-4BA500901D78}" destId="{458FC6B5-53D5-DD47-80B7-F6F65758196E}" srcOrd="0" destOrd="0" presId="urn:microsoft.com/office/officeart/2009/layout/CirclePictureHierarchy"/>
    <dgm:cxn modelId="{0AB0D461-0408-8F40-B492-92AB0FF642C7}" srcId="{C1AA5C38-F982-0442-A2C7-4BA500901D78}" destId="{076899B6-75A0-8942-ABB3-A7EDB70EE1B8}" srcOrd="0" destOrd="0" parTransId="{5890CABE-63FA-3344-9D31-AD6CAFCD6085}" sibTransId="{65C1DD2E-FBC6-E74C-A772-4C83A3094902}"/>
    <dgm:cxn modelId="{1A4EE67F-1F87-7649-AD02-E1E39DB8AE47}" type="presOf" srcId="{26A7A810-6757-B443-BDAF-E71C748C12FE}" destId="{9F98DE29-0E73-3542-965D-208EAE932BAC}" srcOrd="0" destOrd="0" presId="urn:microsoft.com/office/officeart/2009/layout/CirclePictureHierarchy"/>
    <dgm:cxn modelId="{9572DC92-8164-7B48-8B8C-AF19704E49D4}" srcId="{C985F8C3-6B2B-8644-B0B3-8DC24AEC8640}" destId="{E9B2F3CB-B8FD-2744-8223-08226CA87229}" srcOrd="0" destOrd="0" parTransId="{F4CE2E34-BFBB-2949-9DC8-BFA01EB4F06D}" sibTransId="{C73AC04B-049F-4B43-BFC2-D0B22DC469B7}"/>
    <dgm:cxn modelId="{DA940B98-4B81-DE4A-8D40-0FDEA412DF1A}" type="presOf" srcId="{C985F8C3-6B2B-8644-B0B3-8DC24AEC8640}" destId="{9ED71E1A-5BEC-A84B-A2B7-859FEE8C933F}" srcOrd="0" destOrd="0" presId="urn:microsoft.com/office/officeart/2009/layout/CirclePictureHierarchy"/>
    <dgm:cxn modelId="{5D6210AE-682E-1849-A2F0-0EA652FF92BA}" srcId="{076899B6-75A0-8942-ABB3-A7EDB70EE1B8}" destId="{4B5D1DB6-FCF9-D545-80D9-7A0C5EC23392}" srcOrd="0" destOrd="0" parTransId="{CC4CA327-331E-F543-AF08-362605046BE0}" sibTransId="{0E2C2B98-4FDE-3141-A6CE-3D4C8AAC3384}"/>
    <dgm:cxn modelId="{AF8D95E0-D928-4445-BCCD-3803E5D07DF7}" type="presOf" srcId="{4B5D1DB6-FCF9-D545-80D9-7A0C5EC23392}" destId="{6E6A1D90-1A29-E545-823C-57A5792E7B06}" srcOrd="0" destOrd="0" presId="urn:microsoft.com/office/officeart/2009/layout/CirclePictureHierarchy"/>
    <dgm:cxn modelId="{6F5753E8-C516-9F4A-9790-E98D4CB87825}" srcId="{26A7A810-6757-B443-BDAF-E71C748C12FE}" destId="{C985F8C3-6B2B-8644-B0B3-8DC24AEC8640}" srcOrd="0" destOrd="0" parTransId="{36A7E2CF-BC82-E941-9F02-3C4DF11302D6}" sibTransId="{8EB25382-EFDB-544A-B214-316CA012EA3D}"/>
    <dgm:cxn modelId="{3080DBEC-0E20-484D-A14A-28EDC34646C9}" type="presOf" srcId="{F4CE2E34-BFBB-2949-9DC8-BFA01EB4F06D}" destId="{5EB048AE-0D80-274F-B1F5-FF0378D24D08}" srcOrd="0" destOrd="0" presId="urn:microsoft.com/office/officeart/2009/layout/CirclePictureHierarchy"/>
    <dgm:cxn modelId="{DD654E12-2216-0C4F-B357-C47991134120}" type="presParOf" srcId="{9F98DE29-0E73-3542-965D-208EAE932BAC}" destId="{EB0ADCBF-F678-B548-96DC-52059FDC8652}" srcOrd="0" destOrd="0" presId="urn:microsoft.com/office/officeart/2009/layout/CirclePictureHierarchy"/>
    <dgm:cxn modelId="{629F93E9-3194-2849-9E7E-C4E62C3D42DD}" type="presParOf" srcId="{EB0ADCBF-F678-B548-96DC-52059FDC8652}" destId="{A354F57E-0593-2449-9A47-FFCBE7231938}" srcOrd="0" destOrd="0" presId="urn:microsoft.com/office/officeart/2009/layout/CirclePictureHierarchy"/>
    <dgm:cxn modelId="{C7DEE667-3240-F34B-875B-F40A55CEBDCE}" type="presParOf" srcId="{A354F57E-0593-2449-9A47-FFCBE7231938}" destId="{300F60DE-63C1-DB41-815F-0568A0A0FC97}" srcOrd="0" destOrd="0" presId="urn:microsoft.com/office/officeart/2009/layout/CirclePictureHierarchy"/>
    <dgm:cxn modelId="{74A16FB7-0BFF-D040-A91E-C82C0209283D}" type="presParOf" srcId="{A354F57E-0593-2449-9A47-FFCBE7231938}" destId="{9ED71E1A-5BEC-A84B-A2B7-859FEE8C933F}" srcOrd="1" destOrd="0" presId="urn:microsoft.com/office/officeart/2009/layout/CirclePictureHierarchy"/>
    <dgm:cxn modelId="{CCD61E80-087D-1548-AE0F-B40315214A6B}" type="presParOf" srcId="{EB0ADCBF-F678-B548-96DC-52059FDC8652}" destId="{BDD5E42A-F697-C249-BEF8-61F47E1F310F}" srcOrd="1" destOrd="0" presId="urn:microsoft.com/office/officeart/2009/layout/CirclePictureHierarchy"/>
    <dgm:cxn modelId="{332E3E9E-796F-0644-BCFA-EAC2668CC5E2}" type="presParOf" srcId="{BDD5E42A-F697-C249-BEF8-61F47E1F310F}" destId="{5EB048AE-0D80-274F-B1F5-FF0378D24D08}" srcOrd="0" destOrd="0" presId="urn:microsoft.com/office/officeart/2009/layout/CirclePictureHierarchy"/>
    <dgm:cxn modelId="{DE3A48AA-89F8-1446-ABAF-8B0631575680}" type="presParOf" srcId="{BDD5E42A-F697-C249-BEF8-61F47E1F310F}" destId="{07D11AA9-6089-8E4C-B487-D4EC813C7347}" srcOrd="1" destOrd="0" presId="urn:microsoft.com/office/officeart/2009/layout/CirclePictureHierarchy"/>
    <dgm:cxn modelId="{9D54B698-49F2-314A-9E69-6721AE2EF912}" type="presParOf" srcId="{07D11AA9-6089-8E4C-B487-D4EC813C7347}" destId="{A6693E05-8D0F-F149-ABB2-291BE88B5A99}" srcOrd="0" destOrd="0" presId="urn:microsoft.com/office/officeart/2009/layout/CirclePictureHierarchy"/>
    <dgm:cxn modelId="{2DDBD0E9-31CD-514F-8637-E1C06276370B}" type="presParOf" srcId="{A6693E05-8D0F-F149-ABB2-291BE88B5A99}" destId="{BC59ADD1-F9A2-8049-80B4-1E97B780E640}" srcOrd="0" destOrd="0" presId="urn:microsoft.com/office/officeart/2009/layout/CirclePictureHierarchy"/>
    <dgm:cxn modelId="{31D28972-BE61-E74E-AFCF-65A7D35E7719}" type="presParOf" srcId="{A6693E05-8D0F-F149-ABB2-291BE88B5A99}" destId="{D3FB8DE5-9F67-6E4F-BC18-D8280200354D}" srcOrd="1" destOrd="0" presId="urn:microsoft.com/office/officeart/2009/layout/CirclePictureHierarchy"/>
    <dgm:cxn modelId="{2F7F03C9-693C-DF48-8ED5-5B5E8E840E5C}" type="presParOf" srcId="{07D11AA9-6089-8E4C-B487-D4EC813C7347}" destId="{7CABFFCD-9921-0742-8A8E-8F510B9A8865}" srcOrd="1" destOrd="0" presId="urn:microsoft.com/office/officeart/2009/layout/CirclePictureHierarchy"/>
    <dgm:cxn modelId="{AF2D38FD-B52B-4D49-997C-08B253E8F7D6}" type="presParOf" srcId="{7CABFFCD-9921-0742-8A8E-8F510B9A8865}" destId="{20D56635-F800-9E43-82B6-722CB56DA29F}" srcOrd="0" destOrd="0" presId="urn:microsoft.com/office/officeart/2009/layout/CirclePictureHierarchy"/>
    <dgm:cxn modelId="{5BD2263D-6D45-B945-8ADE-92F6662AEF39}" type="presParOf" srcId="{7CABFFCD-9921-0742-8A8E-8F510B9A8865}" destId="{F09024B5-4851-784E-BFD3-E5ECC402BBEA}" srcOrd="1" destOrd="0" presId="urn:microsoft.com/office/officeart/2009/layout/CirclePictureHierarchy"/>
    <dgm:cxn modelId="{9BDC2369-F0CB-F744-AA67-D48BFF2F1EE3}" type="presParOf" srcId="{F09024B5-4851-784E-BFD3-E5ECC402BBEA}" destId="{4283C179-8974-1F49-939C-E33B4D39B799}" srcOrd="0" destOrd="0" presId="urn:microsoft.com/office/officeart/2009/layout/CirclePictureHierarchy"/>
    <dgm:cxn modelId="{94032822-1112-2C4F-A80E-E3AB0EED34BF}" type="presParOf" srcId="{4283C179-8974-1F49-939C-E33B4D39B799}" destId="{B3056334-5019-0446-81DD-BC9D3565B6F9}" srcOrd="0" destOrd="0" presId="urn:microsoft.com/office/officeart/2009/layout/CirclePictureHierarchy"/>
    <dgm:cxn modelId="{E12AA569-E9A5-0C4E-9E64-0301AE59AAE3}" type="presParOf" srcId="{4283C179-8974-1F49-939C-E33B4D39B799}" destId="{458FC6B5-53D5-DD47-80B7-F6F65758196E}" srcOrd="1" destOrd="0" presId="urn:microsoft.com/office/officeart/2009/layout/CirclePictureHierarchy"/>
    <dgm:cxn modelId="{EA013825-5184-834E-82F4-F11D5C2CC00A}" type="presParOf" srcId="{F09024B5-4851-784E-BFD3-E5ECC402BBEA}" destId="{BC833905-D116-0A48-84F2-01EEFFFE2A6E}" srcOrd="1" destOrd="0" presId="urn:microsoft.com/office/officeart/2009/layout/CirclePictureHierarchy"/>
    <dgm:cxn modelId="{CD659E20-991F-674F-80FD-1CF3CAA4D6C0}" type="presParOf" srcId="{BC833905-D116-0A48-84F2-01EEFFFE2A6E}" destId="{0798BD0A-70A6-0243-98CA-47B4FC3D0C2B}" srcOrd="0" destOrd="0" presId="urn:microsoft.com/office/officeart/2009/layout/CirclePictureHierarchy"/>
    <dgm:cxn modelId="{BF30E9D7-9017-D549-B0F1-4B36973C9EE2}" type="presParOf" srcId="{BC833905-D116-0A48-84F2-01EEFFFE2A6E}" destId="{F08A0A8A-8AD1-424B-BBF3-D8C6BF30A708}" srcOrd="1" destOrd="0" presId="urn:microsoft.com/office/officeart/2009/layout/CirclePictureHierarchy"/>
    <dgm:cxn modelId="{16C5B452-AB3B-0149-9EE8-D9461607A489}" type="presParOf" srcId="{F08A0A8A-8AD1-424B-BBF3-D8C6BF30A708}" destId="{591A9482-C18C-EB4E-A53E-8CDCFC3CFEE3}" srcOrd="0" destOrd="0" presId="urn:microsoft.com/office/officeart/2009/layout/CirclePictureHierarchy"/>
    <dgm:cxn modelId="{F98D3286-FCA9-5542-AB0F-36895F40C3E2}" type="presParOf" srcId="{591A9482-C18C-EB4E-A53E-8CDCFC3CFEE3}" destId="{50269BD3-F2E7-CB48-AA7E-0B5D98E4A055}" srcOrd="0" destOrd="0" presId="urn:microsoft.com/office/officeart/2009/layout/CirclePictureHierarchy"/>
    <dgm:cxn modelId="{9ABC3D13-F007-5B4D-B45B-884947270434}" type="presParOf" srcId="{591A9482-C18C-EB4E-A53E-8CDCFC3CFEE3}" destId="{60D36D6F-F319-794C-8CA4-50E67E7807EC}" srcOrd="1" destOrd="0" presId="urn:microsoft.com/office/officeart/2009/layout/CirclePictureHierarchy"/>
    <dgm:cxn modelId="{AD94B7A2-0569-0D41-8DB6-6698361BBB73}" type="presParOf" srcId="{F08A0A8A-8AD1-424B-BBF3-D8C6BF30A708}" destId="{B86C76FC-ED46-984D-B1B8-71DB5D34927A}" srcOrd="1" destOrd="0" presId="urn:microsoft.com/office/officeart/2009/layout/CirclePictureHierarchy"/>
    <dgm:cxn modelId="{4363070D-DA3B-C744-8B56-F8454FF67799}" type="presParOf" srcId="{B86C76FC-ED46-984D-B1B8-71DB5D34927A}" destId="{0741A403-57A5-B84D-AE0F-A6C4237015EB}" srcOrd="0" destOrd="0" presId="urn:microsoft.com/office/officeart/2009/layout/CirclePictureHierarchy"/>
    <dgm:cxn modelId="{5E8C8291-959F-D441-9992-2CECCF5B6425}" type="presParOf" srcId="{B86C76FC-ED46-984D-B1B8-71DB5D34927A}" destId="{908DB395-BE9E-0944-BF72-C4D5011F9E1D}" srcOrd="1" destOrd="0" presId="urn:microsoft.com/office/officeart/2009/layout/CirclePictureHierarchy"/>
    <dgm:cxn modelId="{974E95C3-704B-7441-BFCD-AAAFA6197F54}" type="presParOf" srcId="{908DB395-BE9E-0944-BF72-C4D5011F9E1D}" destId="{CBFB9254-539A-E848-89D2-004DEFC05CBF}" srcOrd="0" destOrd="0" presId="urn:microsoft.com/office/officeart/2009/layout/CirclePictureHierarchy"/>
    <dgm:cxn modelId="{CF2937F6-764A-7A42-B092-1622F5348777}" type="presParOf" srcId="{CBFB9254-539A-E848-89D2-004DEFC05CBF}" destId="{82456016-D79A-8245-9608-90504AFFDB43}" srcOrd="0" destOrd="0" presId="urn:microsoft.com/office/officeart/2009/layout/CirclePictureHierarchy"/>
    <dgm:cxn modelId="{CFED911A-0683-F44E-B220-E9A3397CD8AF}" type="presParOf" srcId="{CBFB9254-539A-E848-89D2-004DEFC05CBF}" destId="{6E6A1D90-1A29-E545-823C-57A5792E7B06}" srcOrd="1" destOrd="0" presId="urn:microsoft.com/office/officeart/2009/layout/CirclePictureHierarchy"/>
    <dgm:cxn modelId="{D703F309-2CC7-7B4E-8FC9-DBAE1EEA4475}" type="presParOf" srcId="{908DB395-BE9E-0944-BF72-C4D5011F9E1D}" destId="{30B043F2-F32F-7B4E-8D95-136587737CCC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E38CDE7-8B33-A74A-97AA-871570E5BC45}" type="doc">
      <dgm:prSet loTypeId="urn:microsoft.com/office/officeart/2005/8/layout/orgChart1" loCatId="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EFF07861-2092-9E43-AADB-27E2867658BE}">
      <dgm:prSet phldrT="[Text]"/>
      <dgm:spPr/>
      <dgm:t>
        <a:bodyPr/>
        <a:lstStyle/>
        <a:p>
          <a:r>
            <a:rPr lang="en-US" dirty="0"/>
            <a:t>User Natural Language Input</a:t>
          </a:r>
        </a:p>
      </dgm:t>
    </dgm:pt>
    <dgm:pt modelId="{B71047DF-F942-6A44-84A4-8E815B341798}" type="sibTrans" cxnId="{1B5DB79C-E694-BD4B-B816-F419F5A2273D}">
      <dgm:prSet/>
      <dgm:spPr/>
      <dgm:t>
        <a:bodyPr/>
        <a:lstStyle/>
        <a:p>
          <a:endParaRPr lang="en-US"/>
        </a:p>
      </dgm:t>
    </dgm:pt>
    <dgm:pt modelId="{F7C5A109-F441-F243-8B1C-5DC66894AEC7}" type="parTrans" cxnId="{1B5DB79C-E694-BD4B-B816-F419F5A2273D}">
      <dgm:prSet/>
      <dgm:spPr/>
      <dgm:t>
        <a:bodyPr/>
        <a:lstStyle/>
        <a:p>
          <a:endParaRPr lang="en-US"/>
        </a:p>
      </dgm:t>
    </dgm:pt>
    <dgm:pt modelId="{4B13F93B-D031-1A43-9BC5-5BA9C5594D30}">
      <dgm:prSet phldrT="[Text]"/>
      <dgm:spPr/>
      <dgm:t>
        <a:bodyPr/>
        <a:lstStyle/>
        <a:p>
          <a:r>
            <a:rPr lang="en-US" dirty="0"/>
            <a:t>LLM Intent Understanding</a:t>
          </a:r>
        </a:p>
      </dgm:t>
    </dgm:pt>
    <dgm:pt modelId="{E172BBE9-05AB-4D41-8FDB-4D2E948A2702}" type="sibTrans" cxnId="{7B0F3BB2-7B82-7E44-ADFE-5E2C26F902FE}">
      <dgm:prSet/>
      <dgm:spPr/>
      <dgm:t>
        <a:bodyPr/>
        <a:lstStyle/>
        <a:p>
          <a:endParaRPr lang="en-US"/>
        </a:p>
      </dgm:t>
    </dgm:pt>
    <dgm:pt modelId="{8966E4E6-0195-3641-B676-A1E6E2CEB2E7}" type="parTrans" cxnId="{7B0F3BB2-7B82-7E44-ADFE-5E2C26F902FE}">
      <dgm:prSet/>
      <dgm:spPr/>
      <dgm:t>
        <a:bodyPr/>
        <a:lstStyle/>
        <a:p>
          <a:endParaRPr lang="en-US"/>
        </a:p>
      </dgm:t>
    </dgm:pt>
    <dgm:pt modelId="{1955AD02-609C-984A-8917-F259144FD43B}">
      <dgm:prSet phldrT="[Text]"/>
      <dgm:spPr/>
      <dgm:t>
        <a:bodyPr/>
        <a:lstStyle/>
        <a:p>
          <a:r>
            <a:rPr lang="en-US" dirty="0"/>
            <a:t>LLM Reasoning &amp; Planning </a:t>
          </a:r>
        </a:p>
      </dgm:t>
    </dgm:pt>
    <dgm:pt modelId="{FE650356-031F-DE44-8BF5-4C2F49A81043}" type="sibTrans" cxnId="{C7F21344-11AD-A140-8732-3CE27772D19D}">
      <dgm:prSet/>
      <dgm:spPr/>
      <dgm:t>
        <a:bodyPr/>
        <a:lstStyle/>
        <a:p>
          <a:endParaRPr lang="en-US"/>
        </a:p>
      </dgm:t>
    </dgm:pt>
    <dgm:pt modelId="{36A74DDD-367E-7148-B581-CF6B5F98C04D}" type="parTrans" cxnId="{C7F21344-11AD-A140-8732-3CE27772D19D}">
      <dgm:prSet/>
      <dgm:spPr/>
      <dgm:t>
        <a:bodyPr/>
        <a:lstStyle/>
        <a:p>
          <a:endParaRPr lang="en-US"/>
        </a:p>
      </dgm:t>
    </dgm:pt>
    <dgm:pt modelId="{9913D12D-B719-864D-B100-B09C76B9965C}">
      <dgm:prSet phldrT="[Text]"/>
      <dgm:spPr/>
      <dgm:t>
        <a:bodyPr/>
        <a:lstStyle/>
        <a:p>
          <a:r>
            <a:rPr lang="en-US" dirty="0"/>
            <a:t>Tool Selection (Dynamic) </a:t>
          </a:r>
        </a:p>
      </dgm:t>
    </dgm:pt>
    <dgm:pt modelId="{055AC852-470E-DD4E-BDF0-7B451A4E2894}" type="sibTrans" cxnId="{2DEF490E-3BF4-6F47-AE95-3F8FC4077338}">
      <dgm:prSet/>
      <dgm:spPr/>
      <dgm:t>
        <a:bodyPr/>
        <a:lstStyle/>
        <a:p>
          <a:endParaRPr lang="en-US"/>
        </a:p>
      </dgm:t>
    </dgm:pt>
    <dgm:pt modelId="{AD299762-9CC6-6C42-A385-CFDB6B17A01C}" type="parTrans" cxnId="{2DEF490E-3BF4-6F47-AE95-3F8FC4077338}">
      <dgm:prSet/>
      <dgm:spPr/>
      <dgm:t>
        <a:bodyPr/>
        <a:lstStyle/>
        <a:p>
          <a:endParaRPr lang="en-US"/>
        </a:p>
      </dgm:t>
    </dgm:pt>
    <dgm:pt modelId="{02DF70E0-F6EB-4E4E-A7CD-0F004D34A9D5}">
      <dgm:prSet phldrT="[Text]"/>
      <dgm:spPr/>
      <dgm:t>
        <a:bodyPr/>
        <a:lstStyle/>
        <a:p>
          <a:r>
            <a:rPr lang="en-US" dirty="0"/>
            <a:t>Generate SQL Query </a:t>
          </a:r>
        </a:p>
      </dgm:t>
    </dgm:pt>
    <dgm:pt modelId="{5C4F05A6-F165-C946-900D-8CB406452038}" type="sibTrans" cxnId="{9C449F42-0BF1-BA40-AA45-06849C25B95C}">
      <dgm:prSet/>
      <dgm:spPr/>
      <dgm:t>
        <a:bodyPr/>
        <a:lstStyle/>
        <a:p>
          <a:endParaRPr lang="en-US"/>
        </a:p>
      </dgm:t>
    </dgm:pt>
    <dgm:pt modelId="{E94DD3C8-CEF8-AD44-8276-5279E090571A}" type="parTrans" cxnId="{9C449F42-0BF1-BA40-AA45-06849C25B95C}">
      <dgm:prSet/>
      <dgm:spPr/>
      <dgm:t>
        <a:bodyPr/>
        <a:lstStyle/>
        <a:p>
          <a:endParaRPr lang="en-US"/>
        </a:p>
      </dgm:t>
    </dgm:pt>
    <dgm:pt modelId="{F184B5C2-A437-534C-9AAA-A4136D4EE5AC}">
      <dgm:prSet/>
      <dgm:spPr/>
      <dgm:t>
        <a:bodyPr/>
        <a:lstStyle/>
        <a:p>
          <a:r>
            <a:rPr lang="en-US" dirty="0"/>
            <a:t> Run Trend / YoY Analysis</a:t>
          </a:r>
        </a:p>
      </dgm:t>
    </dgm:pt>
    <dgm:pt modelId="{C11A2CFF-6232-B947-8E0C-E24CF90358BB}" type="sibTrans" cxnId="{1DD716F7-0143-0F45-888F-712F25E50732}">
      <dgm:prSet/>
      <dgm:spPr/>
      <dgm:t>
        <a:bodyPr/>
        <a:lstStyle/>
        <a:p>
          <a:endParaRPr lang="en-US"/>
        </a:p>
      </dgm:t>
    </dgm:pt>
    <dgm:pt modelId="{151646F9-3D53-674A-8B62-7C80E4F8AD31}" type="parTrans" cxnId="{1DD716F7-0143-0F45-888F-712F25E50732}">
      <dgm:prSet/>
      <dgm:spPr/>
      <dgm:t>
        <a:bodyPr/>
        <a:lstStyle/>
        <a:p>
          <a:endParaRPr lang="en-US"/>
        </a:p>
      </dgm:t>
    </dgm:pt>
    <dgm:pt modelId="{8BED1DA7-6AE1-4343-91B0-A6BE1ECD8D2C}">
      <dgm:prSet/>
      <dgm:spPr/>
      <dgm:t>
        <a:bodyPr/>
        <a:lstStyle/>
        <a:p>
          <a:r>
            <a:rPr lang="en-US" dirty="0"/>
            <a:t>Select Best Chart Types</a:t>
          </a:r>
        </a:p>
      </dgm:t>
    </dgm:pt>
    <dgm:pt modelId="{C620D1C7-C8E2-3C43-AADA-609ED24787CA}" type="sibTrans" cxnId="{8664A04A-5755-CC41-B866-C08553B41BB0}">
      <dgm:prSet/>
      <dgm:spPr/>
      <dgm:t>
        <a:bodyPr/>
        <a:lstStyle/>
        <a:p>
          <a:endParaRPr lang="en-US"/>
        </a:p>
      </dgm:t>
    </dgm:pt>
    <dgm:pt modelId="{458897D2-BDC3-CF41-8692-72D823DCB06B}" type="parTrans" cxnId="{8664A04A-5755-CC41-B866-C08553B41BB0}">
      <dgm:prSet/>
      <dgm:spPr/>
      <dgm:t>
        <a:bodyPr/>
        <a:lstStyle/>
        <a:p>
          <a:endParaRPr lang="en-US"/>
        </a:p>
      </dgm:t>
    </dgm:pt>
    <dgm:pt modelId="{58313BE5-7CA4-7C47-8C6A-34EDF1D9A525}">
      <dgm:prSet/>
      <dgm:spPr/>
      <dgm:t>
        <a:bodyPr/>
        <a:lstStyle/>
        <a:p>
          <a:r>
            <a:rPr lang="en-US" dirty="0"/>
            <a:t> Dashboard + Insights Generated based on best available tools</a:t>
          </a:r>
        </a:p>
      </dgm:t>
    </dgm:pt>
    <dgm:pt modelId="{7BB4CB85-E614-2D49-8D40-B498CCE2B28D}" type="parTrans" cxnId="{75A70CE0-0432-794C-9912-6F8FF1474BCB}">
      <dgm:prSet/>
      <dgm:spPr/>
      <dgm:t>
        <a:bodyPr/>
        <a:lstStyle/>
        <a:p>
          <a:endParaRPr lang="en-US"/>
        </a:p>
      </dgm:t>
    </dgm:pt>
    <dgm:pt modelId="{9954AE4B-2D92-4548-A0E8-500076824B7C}" type="sibTrans" cxnId="{75A70CE0-0432-794C-9912-6F8FF1474BCB}">
      <dgm:prSet/>
      <dgm:spPr/>
      <dgm:t>
        <a:bodyPr/>
        <a:lstStyle/>
        <a:p>
          <a:endParaRPr lang="en-US"/>
        </a:p>
      </dgm:t>
    </dgm:pt>
    <dgm:pt modelId="{1A1908AB-3C1C-FF48-805B-F0BB93CDDB71}" type="pres">
      <dgm:prSet presAssocID="{7E38CDE7-8B33-A74A-97AA-871570E5BC4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930FEA0-987B-B24A-894E-63A5A02DB0DA}" type="pres">
      <dgm:prSet presAssocID="{EFF07861-2092-9E43-AADB-27E2867658BE}" presName="hierRoot1" presStyleCnt="0">
        <dgm:presLayoutVars>
          <dgm:hierBranch val="init"/>
        </dgm:presLayoutVars>
      </dgm:prSet>
      <dgm:spPr/>
    </dgm:pt>
    <dgm:pt modelId="{2FAEED00-1059-4745-9EAF-913779A80149}" type="pres">
      <dgm:prSet presAssocID="{EFF07861-2092-9E43-AADB-27E2867658BE}" presName="rootComposite1" presStyleCnt="0"/>
      <dgm:spPr/>
    </dgm:pt>
    <dgm:pt modelId="{530019F1-5F9E-0543-B5A8-F92697FC3898}" type="pres">
      <dgm:prSet presAssocID="{EFF07861-2092-9E43-AADB-27E2867658BE}" presName="rootText1" presStyleLbl="node0" presStyleIdx="0" presStyleCnt="1">
        <dgm:presLayoutVars>
          <dgm:chPref val="3"/>
        </dgm:presLayoutVars>
      </dgm:prSet>
      <dgm:spPr/>
    </dgm:pt>
    <dgm:pt modelId="{8941B8D9-1A55-1C45-8E04-470284F2E6BD}" type="pres">
      <dgm:prSet presAssocID="{EFF07861-2092-9E43-AADB-27E2867658BE}" presName="rootConnector1" presStyleLbl="node1" presStyleIdx="0" presStyleCnt="0"/>
      <dgm:spPr/>
    </dgm:pt>
    <dgm:pt modelId="{665630D4-3712-4141-9177-A1D38DBC1C15}" type="pres">
      <dgm:prSet presAssocID="{EFF07861-2092-9E43-AADB-27E2867658BE}" presName="hierChild2" presStyleCnt="0"/>
      <dgm:spPr/>
    </dgm:pt>
    <dgm:pt modelId="{7B19032D-CC0F-264D-AC12-7E101231A5C1}" type="pres">
      <dgm:prSet presAssocID="{8966E4E6-0195-3641-B676-A1E6E2CEB2E7}" presName="Name37" presStyleLbl="parChTrans1D2" presStyleIdx="0" presStyleCnt="1"/>
      <dgm:spPr/>
    </dgm:pt>
    <dgm:pt modelId="{18D995D7-A51D-BA49-982E-13DA68ED9D4A}" type="pres">
      <dgm:prSet presAssocID="{4B13F93B-D031-1A43-9BC5-5BA9C5594D30}" presName="hierRoot2" presStyleCnt="0">
        <dgm:presLayoutVars>
          <dgm:hierBranch val="init"/>
        </dgm:presLayoutVars>
      </dgm:prSet>
      <dgm:spPr/>
    </dgm:pt>
    <dgm:pt modelId="{55584456-ED7E-0547-BE2B-A64719C1D086}" type="pres">
      <dgm:prSet presAssocID="{4B13F93B-D031-1A43-9BC5-5BA9C5594D30}" presName="rootComposite" presStyleCnt="0"/>
      <dgm:spPr/>
    </dgm:pt>
    <dgm:pt modelId="{62D1FE63-92C8-584C-8F3C-5A8AD1285CFA}" type="pres">
      <dgm:prSet presAssocID="{4B13F93B-D031-1A43-9BC5-5BA9C5594D30}" presName="rootText" presStyleLbl="node2" presStyleIdx="0" presStyleCnt="1">
        <dgm:presLayoutVars>
          <dgm:chPref val="3"/>
        </dgm:presLayoutVars>
      </dgm:prSet>
      <dgm:spPr/>
    </dgm:pt>
    <dgm:pt modelId="{643C59BA-4D84-0544-9A87-D6BBEB291111}" type="pres">
      <dgm:prSet presAssocID="{4B13F93B-D031-1A43-9BC5-5BA9C5594D30}" presName="rootConnector" presStyleLbl="node2" presStyleIdx="0" presStyleCnt="1"/>
      <dgm:spPr/>
    </dgm:pt>
    <dgm:pt modelId="{3A478EAC-9537-E44E-B817-FC895C9313C6}" type="pres">
      <dgm:prSet presAssocID="{4B13F93B-D031-1A43-9BC5-5BA9C5594D30}" presName="hierChild4" presStyleCnt="0"/>
      <dgm:spPr/>
    </dgm:pt>
    <dgm:pt modelId="{8A367F7C-2EEC-354E-9006-1E60F5258174}" type="pres">
      <dgm:prSet presAssocID="{36A74DDD-367E-7148-B581-CF6B5F98C04D}" presName="Name37" presStyleLbl="parChTrans1D3" presStyleIdx="0" presStyleCnt="1"/>
      <dgm:spPr/>
    </dgm:pt>
    <dgm:pt modelId="{03C0898E-1F3F-FB4C-B058-8140193D5419}" type="pres">
      <dgm:prSet presAssocID="{1955AD02-609C-984A-8917-F259144FD43B}" presName="hierRoot2" presStyleCnt="0">
        <dgm:presLayoutVars>
          <dgm:hierBranch val="init"/>
        </dgm:presLayoutVars>
      </dgm:prSet>
      <dgm:spPr/>
    </dgm:pt>
    <dgm:pt modelId="{B025F853-A3F1-6141-9CD2-2F3EC7DD50A1}" type="pres">
      <dgm:prSet presAssocID="{1955AD02-609C-984A-8917-F259144FD43B}" presName="rootComposite" presStyleCnt="0"/>
      <dgm:spPr/>
    </dgm:pt>
    <dgm:pt modelId="{EF548421-0953-924B-9A6D-F2D93C83CE4C}" type="pres">
      <dgm:prSet presAssocID="{1955AD02-609C-984A-8917-F259144FD43B}" presName="rootText" presStyleLbl="node3" presStyleIdx="0" presStyleCnt="1">
        <dgm:presLayoutVars>
          <dgm:chPref val="3"/>
        </dgm:presLayoutVars>
      </dgm:prSet>
      <dgm:spPr/>
    </dgm:pt>
    <dgm:pt modelId="{B03B36A0-498D-5349-9C11-729360BED8C2}" type="pres">
      <dgm:prSet presAssocID="{1955AD02-609C-984A-8917-F259144FD43B}" presName="rootConnector" presStyleLbl="node3" presStyleIdx="0" presStyleCnt="1"/>
      <dgm:spPr/>
    </dgm:pt>
    <dgm:pt modelId="{B4BD16CA-B266-AB4C-8993-A29A8D067728}" type="pres">
      <dgm:prSet presAssocID="{1955AD02-609C-984A-8917-F259144FD43B}" presName="hierChild4" presStyleCnt="0"/>
      <dgm:spPr/>
    </dgm:pt>
    <dgm:pt modelId="{93CCD346-42DC-7D4D-9711-8A537D85FF0C}" type="pres">
      <dgm:prSet presAssocID="{AD299762-9CC6-6C42-A385-CFDB6B17A01C}" presName="Name37" presStyleLbl="parChTrans1D4" presStyleIdx="0" presStyleCnt="5"/>
      <dgm:spPr/>
    </dgm:pt>
    <dgm:pt modelId="{FD6469DC-BB7D-3947-9F27-6230B9C88AEA}" type="pres">
      <dgm:prSet presAssocID="{9913D12D-B719-864D-B100-B09C76B9965C}" presName="hierRoot2" presStyleCnt="0">
        <dgm:presLayoutVars>
          <dgm:hierBranch val="init"/>
        </dgm:presLayoutVars>
      </dgm:prSet>
      <dgm:spPr/>
    </dgm:pt>
    <dgm:pt modelId="{533EB727-5D27-A641-B7C7-9B603974DC9C}" type="pres">
      <dgm:prSet presAssocID="{9913D12D-B719-864D-B100-B09C76B9965C}" presName="rootComposite" presStyleCnt="0"/>
      <dgm:spPr/>
    </dgm:pt>
    <dgm:pt modelId="{E7F6A6E5-4AAF-284A-8CA2-22E1C9E5A7E4}" type="pres">
      <dgm:prSet presAssocID="{9913D12D-B719-864D-B100-B09C76B9965C}" presName="rootText" presStyleLbl="node4" presStyleIdx="0" presStyleCnt="5">
        <dgm:presLayoutVars>
          <dgm:chPref val="3"/>
        </dgm:presLayoutVars>
      </dgm:prSet>
      <dgm:spPr/>
    </dgm:pt>
    <dgm:pt modelId="{91C73524-E0CF-C048-A527-15C16D171AD0}" type="pres">
      <dgm:prSet presAssocID="{9913D12D-B719-864D-B100-B09C76B9965C}" presName="rootConnector" presStyleLbl="node4" presStyleIdx="0" presStyleCnt="5"/>
      <dgm:spPr/>
    </dgm:pt>
    <dgm:pt modelId="{77FEE600-D63D-8E4A-A9AF-1F47F430C0ED}" type="pres">
      <dgm:prSet presAssocID="{9913D12D-B719-864D-B100-B09C76B9965C}" presName="hierChild4" presStyleCnt="0"/>
      <dgm:spPr/>
    </dgm:pt>
    <dgm:pt modelId="{9B36AE50-1475-084D-B145-B730F75AAAB6}" type="pres">
      <dgm:prSet presAssocID="{E94DD3C8-CEF8-AD44-8276-5279E090571A}" presName="Name37" presStyleLbl="parChTrans1D4" presStyleIdx="1" presStyleCnt="5"/>
      <dgm:spPr/>
    </dgm:pt>
    <dgm:pt modelId="{1DB569CA-F6B2-4A4E-A5E9-4E0F174FB887}" type="pres">
      <dgm:prSet presAssocID="{02DF70E0-F6EB-4E4E-A7CD-0F004D34A9D5}" presName="hierRoot2" presStyleCnt="0">
        <dgm:presLayoutVars>
          <dgm:hierBranch val="init"/>
        </dgm:presLayoutVars>
      </dgm:prSet>
      <dgm:spPr/>
    </dgm:pt>
    <dgm:pt modelId="{30E574DB-9E78-9547-B729-056F2D139657}" type="pres">
      <dgm:prSet presAssocID="{02DF70E0-F6EB-4E4E-A7CD-0F004D34A9D5}" presName="rootComposite" presStyleCnt="0"/>
      <dgm:spPr/>
    </dgm:pt>
    <dgm:pt modelId="{F70A1895-AD03-6640-B41B-DAE45C8E500F}" type="pres">
      <dgm:prSet presAssocID="{02DF70E0-F6EB-4E4E-A7CD-0F004D34A9D5}" presName="rootText" presStyleLbl="node4" presStyleIdx="1" presStyleCnt="5">
        <dgm:presLayoutVars>
          <dgm:chPref val="3"/>
        </dgm:presLayoutVars>
      </dgm:prSet>
      <dgm:spPr/>
    </dgm:pt>
    <dgm:pt modelId="{F591C5AA-41C6-9642-B57C-C564C521A6A0}" type="pres">
      <dgm:prSet presAssocID="{02DF70E0-F6EB-4E4E-A7CD-0F004D34A9D5}" presName="rootConnector" presStyleLbl="node4" presStyleIdx="1" presStyleCnt="5"/>
      <dgm:spPr/>
    </dgm:pt>
    <dgm:pt modelId="{3D6BB6E5-B3C2-434D-90BE-41AEC6228F7E}" type="pres">
      <dgm:prSet presAssocID="{02DF70E0-F6EB-4E4E-A7CD-0F004D34A9D5}" presName="hierChild4" presStyleCnt="0"/>
      <dgm:spPr/>
    </dgm:pt>
    <dgm:pt modelId="{87D088DB-D86F-0F4F-8F83-A31DC46080BA}" type="pres">
      <dgm:prSet presAssocID="{02DF70E0-F6EB-4E4E-A7CD-0F004D34A9D5}" presName="hierChild5" presStyleCnt="0"/>
      <dgm:spPr/>
    </dgm:pt>
    <dgm:pt modelId="{7202018C-1F5F-564D-BF9E-DBA0D2C588A8}" type="pres">
      <dgm:prSet presAssocID="{151646F9-3D53-674A-8B62-7C80E4F8AD31}" presName="Name37" presStyleLbl="parChTrans1D4" presStyleIdx="2" presStyleCnt="5"/>
      <dgm:spPr/>
    </dgm:pt>
    <dgm:pt modelId="{69B42102-304D-1945-BB0E-545ED3AF1E7A}" type="pres">
      <dgm:prSet presAssocID="{F184B5C2-A437-534C-9AAA-A4136D4EE5AC}" presName="hierRoot2" presStyleCnt="0">
        <dgm:presLayoutVars>
          <dgm:hierBranch val="init"/>
        </dgm:presLayoutVars>
      </dgm:prSet>
      <dgm:spPr/>
    </dgm:pt>
    <dgm:pt modelId="{1CB8C715-0205-8949-AB8F-1573F63431AA}" type="pres">
      <dgm:prSet presAssocID="{F184B5C2-A437-534C-9AAA-A4136D4EE5AC}" presName="rootComposite" presStyleCnt="0"/>
      <dgm:spPr/>
    </dgm:pt>
    <dgm:pt modelId="{E7693121-0CBB-C446-BEA0-A3006A4A5E49}" type="pres">
      <dgm:prSet presAssocID="{F184B5C2-A437-534C-9AAA-A4136D4EE5AC}" presName="rootText" presStyleLbl="node4" presStyleIdx="2" presStyleCnt="5">
        <dgm:presLayoutVars>
          <dgm:chPref val="3"/>
        </dgm:presLayoutVars>
      </dgm:prSet>
      <dgm:spPr/>
    </dgm:pt>
    <dgm:pt modelId="{14B196DC-17B8-AD4A-85C5-CDBF80CE9B16}" type="pres">
      <dgm:prSet presAssocID="{F184B5C2-A437-534C-9AAA-A4136D4EE5AC}" presName="rootConnector" presStyleLbl="node4" presStyleIdx="2" presStyleCnt="5"/>
      <dgm:spPr/>
    </dgm:pt>
    <dgm:pt modelId="{4EBD6EFD-9C9B-834E-A8CB-41018E1117CB}" type="pres">
      <dgm:prSet presAssocID="{F184B5C2-A437-534C-9AAA-A4136D4EE5AC}" presName="hierChild4" presStyleCnt="0"/>
      <dgm:spPr/>
    </dgm:pt>
    <dgm:pt modelId="{02391224-86D9-3E44-92BA-44C895994CF1}" type="pres">
      <dgm:prSet presAssocID="{7BB4CB85-E614-2D49-8D40-B498CCE2B28D}" presName="Name37" presStyleLbl="parChTrans1D4" presStyleIdx="3" presStyleCnt="5"/>
      <dgm:spPr/>
    </dgm:pt>
    <dgm:pt modelId="{01897E33-3323-7840-9208-0429B1EEF1D4}" type="pres">
      <dgm:prSet presAssocID="{58313BE5-7CA4-7C47-8C6A-34EDF1D9A525}" presName="hierRoot2" presStyleCnt="0">
        <dgm:presLayoutVars>
          <dgm:hierBranch val="init"/>
        </dgm:presLayoutVars>
      </dgm:prSet>
      <dgm:spPr/>
    </dgm:pt>
    <dgm:pt modelId="{892EB57C-6C99-444B-B8F9-8B703AF6184A}" type="pres">
      <dgm:prSet presAssocID="{58313BE5-7CA4-7C47-8C6A-34EDF1D9A525}" presName="rootComposite" presStyleCnt="0"/>
      <dgm:spPr/>
    </dgm:pt>
    <dgm:pt modelId="{19784AEB-FB56-FB40-8FD0-B21C39407165}" type="pres">
      <dgm:prSet presAssocID="{58313BE5-7CA4-7C47-8C6A-34EDF1D9A525}" presName="rootText" presStyleLbl="node4" presStyleIdx="3" presStyleCnt="5">
        <dgm:presLayoutVars>
          <dgm:chPref val="3"/>
        </dgm:presLayoutVars>
      </dgm:prSet>
      <dgm:spPr/>
    </dgm:pt>
    <dgm:pt modelId="{A11322CB-DC3A-3042-8786-1FF760547836}" type="pres">
      <dgm:prSet presAssocID="{58313BE5-7CA4-7C47-8C6A-34EDF1D9A525}" presName="rootConnector" presStyleLbl="node4" presStyleIdx="3" presStyleCnt="5"/>
      <dgm:spPr/>
    </dgm:pt>
    <dgm:pt modelId="{A8D47059-1B3D-AE46-8A16-D4603A03D155}" type="pres">
      <dgm:prSet presAssocID="{58313BE5-7CA4-7C47-8C6A-34EDF1D9A525}" presName="hierChild4" presStyleCnt="0"/>
      <dgm:spPr/>
    </dgm:pt>
    <dgm:pt modelId="{8CBAD1F4-7E6E-5E4D-8263-9FE23958F899}" type="pres">
      <dgm:prSet presAssocID="{58313BE5-7CA4-7C47-8C6A-34EDF1D9A525}" presName="hierChild5" presStyleCnt="0"/>
      <dgm:spPr/>
    </dgm:pt>
    <dgm:pt modelId="{901C4C13-BD91-E149-A1A5-4FA0060F6FA4}" type="pres">
      <dgm:prSet presAssocID="{F184B5C2-A437-534C-9AAA-A4136D4EE5AC}" presName="hierChild5" presStyleCnt="0"/>
      <dgm:spPr/>
    </dgm:pt>
    <dgm:pt modelId="{5045C0BA-405C-BC4D-A1FA-28D5B8546BF6}" type="pres">
      <dgm:prSet presAssocID="{458897D2-BDC3-CF41-8692-72D823DCB06B}" presName="Name37" presStyleLbl="parChTrans1D4" presStyleIdx="4" presStyleCnt="5"/>
      <dgm:spPr/>
    </dgm:pt>
    <dgm:pt modelId="{55D3C52E-3666-1940-AD97-E5373CFF6DFC}" type="pres">
      <dgm:prSet presAssocID="{8BED1DA7-6AE1-4343-91B0-A6BE1ECD8D2C}" presName="hierRoot2" presStyleCnt="0">
        <dgm:presLayoutVars>
          <dgm:hierBranch val="init"/>
        </dgm:presLayoutVars>
      </dgm:prSet>
      <dgm:spPr/>
    </dgm:pt>
    <dgm:pt modelId="{A0378CF4-3FA2-6441-9D74-C2308D9EA3EA}" type="pres">
      <dgm:prSet presAssocID="{8BED1DA7-6AE1-4343-91B0-A6BE1ECD8D2C}" presName="rootComposite" presStyleCnt="0"/>
      <dgm:spPr/>
    </dgm:pt>
    <dgm:pt modelId="{48725B36-D144-E24F-9D76-0816B944ED47}" type="pres">
      <dgm:prSet presAssocID="{8BED1DA7-6AE1-4343-91B0-A6BE1ECD8D2C}" presName="rootText" presStyleLbl="node4" presStyleIdx="4" presStyleCnt="5">
        <dgm:presLayoutVars>
          <dgm:chPref val="3"/>
        </dgm:presLayoutVars>
      </dgm:prSet>
      <dgm:spPr/>
    </dgm:pt>
    <dgm:pt modelId="{9DFA18F9-56A2-F14A-A35B-E46AC8B37196}" type="pres">
      <dgm:prSet presAssocID="{8BED1DA7-6AE1-4343-91B0-A6BE1ECD8D2C}" presName="rootConnector" presStyleLbl="node4" presStyleIdx="4" presStyleCnt="5"/>
      <dgm:spPr/>
    </dgm:pt>
    <dgm:pt modelId="{53746845-3855-874C-A288-0D5B3A265AC9}" type="pres">
      <dgm:prSet presAssocID="{8BED1DA7-6AE1-4343-91B0-A6BE1ECD8D2C}" presName="hierChild4" presStyleCnt="0"/>
      <dgm:spPr/>
    </dgm:pt>
    <dgm:pt modelId="{4981657F-0017-7E46-9015-3ECE9BFCB732}" type="pres">
      <dgm:prSet presAssocID="{8BED1DA7-6AE1-4343-91B0-A6BE1ECD8D2C}" presName="hierChild5" presStyleCnt="0"/>
      <dgm:spPr/>
    </dgm:pt>
    <dgm:pt modelId="{13C96F8A-F3C2-A24E-8697-BA7214D6F993}" type="pres">
      <dgm:prSet presAssocID="{9913D12D-B719-864D-B100-B09C76B9965C}" presName="hierChild5" presStyleCnt="0"/>
      <dgm:spPr/>
    </dgm:pt>
    <dgm:pt modelId="{A73FEA2E-83C0-864F-B017-40C1E1D06DF2}" type="pres">
      <dgm:prSet presAssocID="{1955AD02-609C-984A-8917-F259144FD43B}" presName="hierChild5" presStyleCnt="0"/>
      <dgm:spPr/>
    </dgm:pt>
    <dgm:pt modelId="{DEF6A2E0-6C46-9242-96C6-A432C45FCEF1}" type="pres">
      <dgm:prSet presAssocID="{4B13F93B-D031-1A43-9BC5-5BA9C5594D30}" presName="hierChild5" presStyleCnt="0"/>
      <dgm:spPr/>
    </dgm:pt>
    <dgm:pt modelId="{A64D46CE-009D-D74D-BBC7-5CEE3AE9D9B7}" type="pres">
      <dgm:prSet presAssocID="{EFF07861-2092-9E43-AADB-27E2867658BE}" presName="hierChild3" presStyleCnt="0"/>
      <dgm:spPr/>
    </dgm:pt>
  </dgm:ptLst>
  <dgm:cxnLst>
    <dgm:cxn modelId="{D6432D08-CA01-4749-BE42-800F563E2410}" type="presOf" srcId="{EFF07861-2092-9E43-AADB-27E2867658BE}" destId="{530019F1-5F9E-0543-B5A8-F92697FC3898}" srcOrd="0" destOrd="0" presId="urn:microsoft.com/office/officeart/2005/8/layout/orgChart1"/>
    <dgm:cxn modelId="{2DEF490E-3BF4-6F47-AE95-3F8FC4077338}" srcId="{1955AD02-609C-984A-8917-F259144FD43B}" destId="{9913D12D-B719-864D-B100-B09C76B9965C}" srcOrd="0" destOrd="0" parTransId="{AD299762-9CC6-6C42-A385-CFDB6B17A01C}" sibTransId="{055AC852-470E-DD4E-BDF0-7B451A4E2894}"/>
    <dgm:cxn modelId="{0A21190F-8D5F-0744-8C1E-DBCAA66F17CB}" type="presOf" srcId="{02DF70E0-F6EB-4E4E-A7CD-0F004D34A9D5}" destId="{F591C5AA-41C6-9642-B57C-C564C521A6A0}" srcOrd="1" destOrd="0" presId="urn:microsoft.com/office/officeart/2005/8/layout/orgChart1"/>
    <dgm:cxn modelId="{ADBD0B1D-339C-784E-AC25-2287CFD5E9D2}" type="presOf" srcId="{7E38CDE7-8B33-A74A-97AA-871570E5BC45}" destId="{1A1908AB-3C1C-FF48-805B-F0BB93CDDB71}" srcOrd="0" destOrd="0" presId="urn:microsoft.com/office/officeart/2005/8/layout/orgChart1"/>
    <dgm:cxn modelId="{77E8CE2C-6AE3-D84A-956F-0DAA106F0993}" type="presOf" srcId="{F184B5C2-A437-534C-9AAA-A4136D4EE5AC}" destId="{14B196DC-17B8-AD4A-85C5-CDBF80CE9B16}" srcOrd="1" destOrd="0" presId="urn:microsoft.com/office/officeart/2005/8/layout/orgChart1"/>
    <dgm:cxn modelId="{BEA5CD2D-C99E-004D-BC6A-109C5214CBA8}" type="presOf" srcId="{458897D2-BDC3-CF41-8692-72D823DCB06B}" destId="{5045C0BA-405C-BC4D-A1FA-28D5B8546BF6}" srcOrd="0" destOrd="0" presId="urn:microsoft.com/office/officeart/2005/8/layout/orgChart1"/>
    <dgm:cxn modelId="{7524363D-9B11-F94C-9C2A-6C66E8FFD872}" type="presOf" srcId="{1955AD02-609C-984A-8917-F259144FD43B}" destId="{EF548421-0953-924B-9A6D-F2D93C83CE4C}" srcOrd="0" destOrd="0" presId="urn:microsoft.com/office/officeart/2005/8/layout/orgChart1"/>
    <dgm:cxn modelId="{586B2A3E-9A22-AE47-ADC0-83AB4E87D5FC}" type="presOf" srcId="{151646F9-3D53-674A-8B62-7C80E4F8AD31}" destId="{7202018C-1F5F-564D-BF9E-DBA0D2C588A8}" srcOrd="0" destOrd="0" presId="urn:microsoft.com/office/officeart/2005/8/layout/orgChart1"/>
    <dgm:cxn modelId="{9C449F42-0BF1-BA40-AA45-06849C25B95C}" srcId="{9913D12D-B719-864D-B100-B09C76B9965C}" destId="{02DF70E0-F6EB-4E4E-A7CD-0F004D34A9D5}" srcOrd="0" destOrd="0" parTransId="{E94DD3C8-CEF8-AD44-8276-5279E090571A}" sibTransId="{5C4F05A6-F165-C946-900D-8CB406452038}"/>
    <dgm:cxn modelId="{C7F21344-11AD-A140-8732-3CE27772D19D}" srcId="{4B13F93B-D031-1A43-9BC5-5BA9C5594D30}" destId="{1955AD02-609C-984A-8917-F259144FD43B}" srcOrd="0" destOrd="0" parTransId="{36A74DDD-367E-7148-B581-CF6B5F98C04D}" sibTransId="{FE650356-031F-DE44-8BF5-4C2F49A81043}"/>
    <dgm:cxn modelId="{8664A04A-5755-CC41-B866-C08553B41BB0}" srcId="{9913D12D-B719-864D-B100-B09C76B9965C}" destId="{8BED1DA7-6AE1-4343-91B0-A6BE1ECD8D2C}" srcOrd="2" destOrd="0" parTransId="{458897D2-BDC3-CF41-8692-72D823DCB06B}" sibTransId="{C620D1C7-C8E2-3C43-AADA-609ED24787CA}"/>
    <dgm:cxn modelId="{F9438456-98FD-9F40-95E6-06F85BBE970A}" type="presOf" srcId="{EFF07861-2092-9E43-AADB-27E2867658BE}" destId="{8941B8D9-1A55-1C45-8E04-470284F2E6BD}" srcOrd="1" destOrd="0" presId="urn:microsoft.com/office/officeart/2005/8/layout/orgChart1"/>
    <dgm:cxn modelId="{AB66F958-ACE0-1F41-A2E2-9F93CCB18FE3}" type="presOf" srcId="{4B13F93B-D031-1A43-9BC5-5BA9C5594D30}" destId="{62D1FE63-92C8-584C-8F3C-5A8AD1285CFA}" srcOrd="0" destOrd="0" presId="urn:microsoft.com/office/officeart/2005/8/layout/orgChart1"/>
    <dgm:cxn modelId="{7AFE635B-4C7B-8A4B-BB82-8495E0DD6743}" type="presOf" srcId="{8966E4E6-0195-3641-B676-A1E6E2CEB2E7}" destId="{7B19032D-CC0F-264D-AC12-7E101231A5C1}" srcOrd="0" destOrd="0" presId="urn:microsoft.com/office/officeart/2005/8/layout/orgChart1"/>
    <dgm:cxn modelId="{F135FE73-8DC6-5E4B-832E-A4A7D0B7075E}" type="presOf" srcId="{58313BE5-7CA4-7C47-8C6A-34EDF1D9A525}" destId="{19784AEB-FB56-FB40-8FD0-B21C39407165}" srcOrd="0" destOrd="0" presId="urn:microsoft.com/office/officeart/2005/8/layout/orgChart1"/>
    <dgm:cxn modelId="{93F9D583-741F-4044-AF36-5838D932E67D}" type="presOf" srcId="{AD299762-9CC6-6C42-A385-CFDB6B17A01C}" destId="{93CCD346-42DC-7D4D-9711-8A537D85FF0C}" srcOrd="0" destOrd="0" presId="urn:microsoft.com/office/officeart/2005/8/layout/orgChart1"/>
    <dgm:cxn modelId="{EEBBD989-27CE-A54A-83BD-B96629DEC7C2}" type="presOf" srcId="{7BB4CB85-E614-2D49-8D40-B498CCE2B28D}" destId="{02391224-86D9-3E44-92BA-44C895994CF1}" srcOrd="0" destOrd="0" presId="urn:microsoft.com/office/officeart/2005/8/layout/orgChart1"/>
    <dgm:cxn modelId="{329C358D-F93C-E04D-8418-4E3E4792F781}" type="presOf" srcId="{8BED1DA7-6AE1-4343-91B0-A6BE1ECD8D2C}" destId="{9DFA18F9-56A2-F14A-A35B-E46AC8B37196}" srcOrd="1" destOrd="0" presId="urn:microsoft.com/office/officeart/2005/8/layout/orgChart1"/>
    <dgm:cxn modelId="{8D36C78F-FC78-684A-9E41-E1DF6BC3B2D2}" type="presOf" srcId="{58313BE5-7CA4-7C47-8C6A-34EDF1D9A525}" destId="{A11322CB-DC3A-3042-8786-1FF760547836}" srcOrd="1" destOrd="0" presId="urn:microsoft.com/office/officeart/2005/8/layout/orgChart1"/>
    <dgm:cxn modelId="{45274C91-72CA-A14A-A5A3-CC5A8C4C4793}" type="presOf" srcId="{02DF70E0-F6EB-4E4E-A7CD-0F004D34A9D5}" destId="{F70A1895-AD03-6640-B41B-DAE45C8E500F}" srcOrd="0" destOrd="0" presId="urn:microsoft.com/office/officeart/2005/8/layout/orgChart1"/>
    <dgm:cxn modelId="{1AE74295-7E83-1B4F-BF2A-E406E9A46375}" type="presOf" srcId="{1955AD02-609C-984A-8917-F259144FD43B}" destId="{B03B36A0-498D-5349-9C11-729360BED8C2}" srcOrd="1" destOrd="0" presId="urn:microsoft.com/office/officeart/2005/8/layout/orgChart1"/>
    <dgm:cxn modelId="{1B5DB79C-E694-BD4B-B816-F419F5A2273D}" srcId="{7E38CDE7-8B33-A74A-97AA-871570E5BC45}" destId="{EFF07861-2092-9E43-AADB-27E2867658BE}" srcOrd="0" destOrd="0" parTransId="{F7C5A109-F441-F243-8B1C-5DC66894AEC7}" sibTransId="{B71047DF-F942-6A44-84A4-8E815B341798}"/>
    <dgm:cxn modelId="{5FEF3C9D-7178-B248-938A-C68CD0CF9540}" type="presOf" srcId="{4B13F93B-D031-1A43-9BC5-5BA9C5594D30}" destId="{643C59BA-4D84-0544-9A87-D6BBEB291111}" srcOrd="1" destOrd="0" presId="urn:microsoft.com/office/officeart/2005/8/layout/orgChart1"/>
    <dgm:cxn modelId="{EEE294AF-3435-1246-8782-C7B2AAA5F006}" type="presOf" srcId="{9913D12D-B719-864D-B100-B09C76B9965C}" destId="{91C73524-E0CF-C048-A527-15C16D171AD0}" srcOrd="1" destOrd="0" presId="urn:microsoft.com/office/officeart/2005/8/layout/orgChart1"/>
    <dgm:cxn modelId="{7B0F3BB2-7B82-7E44-ADFE-5E2C26F902FE}" srcId="{EFF07861-2092-9E43-AADB-27E2867658BE}" destId="{4B13F93B-D031-1A43-9BC5-5BA9C5594D30}" srcOrd="0" destOrd="0" parTransId="{8966E4E6-0195-3641-B676-A1E6E2CEB2E7}" sibTransId="{E172BBE9-05AB-4D41-8FDB-4D2E948A2702}"/>
    <dgm:cxn modelId="{CC6231C2-9E77-DD49-9D6F-82ED1628CF5B}" type="presOf" srcId="{8BED1DA7-6AE1-4343-91B0-A6BE1ECD8D2C}" destId="{48725B36-D144-E24F-9D76-0816B944ED47}" srcOrd="0" destOrd="0" presId="urn:microsoft.com/office/officeart/2005/8/layout/orgChart1"/>
    <dgm:cxn modelId="{580EF5C8-26BD-7645-BBA6-C705EA1A33B6}" type="presOf" srcId="{F184B5C2-A437-534C-9AAA-A4136D4EE5AC}" destId="{E7693121-0CBB-C446-BEA0-A3006A4A5E49}" srcOrd="0" destOrd="0" presId="urn:microsoft.com/office/officeart/2005/8/layout/orgChart1"/>
    <dgm:cxn modelId="{BA8E8BCF-0AAA-0A4F-B9D3-C07001E3C8E2}" type="presOf" srcId="{9913D12D-B719-864D-B100-B09C76B9965C}" destId="{E7F6A6E5-4AAF-284A-8CA2-22E1C9E5A7E4}" srcOrd="0" destOrd="0" presId="urn:microsoft.com/office/officeart/2005/8/layout/orgChart1"/>
    <dgm:cxn modelId="{079B98D5-453A-744F-9B7A-5BCA2D543CFD}" type="presOf" srcId="{36A74DDD-367E-7148-B581-CF6B5F98C04D}" destId="{8A367F7C-2EEC-354E-9006-1E60F5258174}" srcOrd="0" destOrd="0" presId="urn:microsoft.com/office/officeart/2005/8/layout/orgChart1"/>
    <dgm:cxn modelId="{75A70CE0-0432-794C-9912-6F8FF1474BCB}" srcId="{F184B5C2-A437-534C-9AAA-A4136D4EE5AC}" destId="{58313BE5-7CA4-7C47-8C6A-34EDF1D9A525}" srcOrd="0" destOrd="0" parTransId="{7BB4CB85-E614-2D49-8D40-B498CCE2B28D}" sibTransId="{9954AE4B-2D92-4548-A0E8-500076824B7C}"/>
    <dgm:cxn modelId="{4C5555E4-6422-794E-ACD7-3635C8FFAB34}" type="presOf" srcId="{E94DD3C8-CEF8-AD44-8276-5279E090571A}" destId="{9B36AE50-1475-084D-B145-B730F75AAAB6}" srcOrd="0" destOrd="0" presId="urn:microsoft.com/office/officeart/2005/8/layout/orgChart1"/>
    <dgm:cxn modelId="{1DD716F7-0143-0F45-888F-712F25E50732}" srcId="{9913D12D-B719-864D-B100-B09C76B9965C}" destId="{F184B5C2-A437-534C-9AAA-A4136D4EE5AC}" srcOrd="1" destOrd="0" parTransId="{151646F9-3D53-674A-8B62-7C80E4F8AD31}" sibTransId="{C11A2CFF-6232-B947-8E0C-E24CF90358BB}"/>
    <dgm:cxn modelId="{52FD748D-BA71-6941-9A49-263A319693D0}" type="presParOf" srcId="{1A1908AB-3C1C-FF48-805B-F0BB93CDDB71}" destId="{B930FEA0-987B-B24A-894E-63A5A02DB0DA}" srcOrd="0" destOrd="0" presId="urn:microsoft.com/office/officeart/2005/8/layout/orgChart1"/>
    <dgm:cxn modelId="{6F7D767A-6FB7-1B4A-B802-5F324DE7D071}" type="presParOf" srcId="{B930FEA0-987B-B24A-894E-63A5A02DB0DA}" destId="{2FAEED00-1059-4745-9EAF-913779A80149}" srcOrd="0" destOrd="0" presId="urn:microsoft.com/office/officeart/2005/8/layout/orgChart1"/>
    <dgm:cxn modelId="{0ACB36BE-097C-5F46-A795-F40DE6AD8E2A}" type="presParOf" srcId="{2FAEED00-1059-4745-9EAF-913779A80149}" destId="{530019F1-5F9E-0543-B5A8-F92697FC3898}" srcOrd="0" destOrd="0" presId="urn:microsoft.com/office/officeart/2005/8/layout/orgChart1"/>
    <dgm:cxn modelId="{D9460147-5727-3A4D-8A14-68F01BC7673E}" type="presParOf" srcId="{2FAEED00-1059-4745-9EAF-913779A80149}" destId="{8941B8D9-1A55-1C45-8E04-470284F2E6BD}" srcOrd="1" destOrd="0" presId="urn:microsoft.com/office/officeart/2005/8/layout/orgChart1"/>
    <dgm:cxn modelId="{261A3ACD-4F63-9E4A-9A17-612B3EC274BF}" type="presParOf" srcId="{B930FEA0-987B-B24A-894E-63A5A02DB0DA}" destId="{665630D4-3712-4141-9177-A1D38DBC1C15}" srcOrd="1" destOrd="0" presId="urn:microsoft.com/office/officeart/2005/8/layout/orgChart1"/>
    <dgm:cxn modelId="{22B12643-93A2-8345-91AA-88D784708139}" type="presParOf" srcId="{665630D4-3712-4141-9177-A1D38DBC1C15}" destId="{7B19032D-CC0F-264D-AC12-7E101231A5C1}" srcOrd="0" destOrd="0" presId="urn:microsoft.com/office/officeart/2005/8/layout/orgChart1"/>
    <dgm:cxn modelId="{A736A55B-66D3-5E45-8255-7DFA91401732}" type="presParOf" srcId="{665630D4-3712-4141-9177-A1D38DBC1C15}" destId="{18D995D7-A51D-BA49-982E-13DA68ED9D4A}" srcOrd="1" destOrd="0" presId="urn:microsoft.com/office/officeart/2005/8/layout/orgChart1"/>
    <dgm:cxn modelId="{26E3BA47-66A8-124A-AC10-BC5FAA7BC55D}" type="presParOf" srcId="{18D995D7-A51D-BA49-982E-13DA68ED9D4A}" destId="{55584456-ED7E-0547-BE2B-A64719C1D086}" srcOrd="0" destOrd="0" presId="urn:microsoft.com/office/officeart/2005/8/layout/orgChart1"/>
    <dgm:cxn modelId="{2A086DAD-6345-804D-B9D0-1EB598780457}" type="presParOf" srcId="{55584456-ED7E-0547-BE2B-A64719C1D086}" destId="{62D1FE63-92C8-584C-8F3C-5A8AD1285CFA}" srcOrd="0" destOrd="0" presId="urn:microsoft.com/office/officeart/2005/8/layout/orgChart1"/>
    <dgm:cxn modelId="{3D75E5A5-0AAA-4E46-A5EE-4D5E10FA0DCC}" type="presParOf" srcId="{55584456-ED7E-0547-BE2B-A64719C1D086}" destId="{643C59BA-4D84-0544-9A87-D6BBEB291111}" srcOrd="1" destOrd="0" presId="urn:microsoft.com/office/officeart/2005/8/layout/orgChart1"/>
    <dgm:cxn modelId="{F10286B0-96F9-D04A-BC01-530BF7B80FB2}" type="presParOf" srcId="{18D995D7-A51D-BA49-982E-13DA68ED9D4A}" destId="{3A478EAC-9537-E44E-B817-FC895C9313C6}" srcOrd="1" destOrd="0" presId="urn:microsoft.com/office/officeart/2005/8/layout/orgChart1"/>
    <dgm:cxn modelId="{3EF041AB-2AEA-264B-96F5-09CA5221BFBC}" type="presParOf" srcId="{3A478EAC-9537-E44E-B817-FC895C9313C6}" destId="{8A367F7C-2EEC-354E-9006-1E60F5258174}" srcOrd="0" destOrd="0" presId="urn:microsoft.com/office/officeart/2005/8/layout/orgChart1"/>
    <dgm:cxn modelId="{FE74205F-AD17-DD41-B319-1016B71A1290}" type="presParOf" srcId="{3A478EAC-9537-E44E-B817-FC895C9313C6}" destId="{03C0898E-1F3F-FB4C-B058-8140193D5419}" srcOrd="1" destOrd="0" presId="urn:microsoft.com/office/officeart/2005/8/layout/orgChart1"/>
    <dgm:cxn modelId="{E2514F9E-DA63-1947-8635-B03E49CEEE47}" type="presParOf" srcId="{03C0898E-1F3F-FB4C-B058-8140193D5419}" destId="{B025F853-A3F1-6141-9CD2-2F3EC7DD50A1}" srcOrd="0" destOrd="0" presId="urn:microsoft.com/office/officeart/2005/8/layout/orgChart1"/>
    <dgm:cxn modelId="{35C05680-D9F2-2247-9784-D981B358467C}" type="presParOf" srcId="{B025F853-A3F1-6141-9CD2-2F3EC7DD50A1}" destId="{EF548421-0953-924B-9A6D-F2D93C83CE4C}" srcOrd="0" destOrd="0" presId="urn:microsoft.com/office/officeart/2005/8/layout/orgChart1"/>
    <dgm:cxn modelId="{5C18CB7A-1AE9-1547-9386-D24FD5527925}" type="presParOf" srcId="{B025F853-A3F1-6141-9CD2-2F3EC7DD50A1}" destId="{B03B36A0-498D-5349-9C11-729360BED8C2}" srcOrd="1" destOrd="0" presId="urn:microsoft.com/office/officeart/2005/8/layout/orgChart1"/>
    <dgm:cxn modelId="{F3C294EF-63C1-F344-A8B1-25645DDFDB42}" type="presParOf" srcId="{03C0898E-1F3F-FB4C-B058-8140193D5419}" destId="{B4BD16CA-B266-AB4C-8993-A29A8D067728}" srcOrd="1" destOrd="0" presId="urn:microsoft.com/office/officeart/2005/8/layout/orgChart1"/>
    <dgm:cxn modelId="{51325E75-9FF9-0B4F-AD30-7044A3E70665}" type="presParOf" srcId="{B4BD16CA-B266-AB4C-8993-A29A8D067728}" destId="{93CCD346-42DC-7D4D-9711-8A537D85FF0C}" srcOrd="0" destOrd="0" presId="urn:microsoft.com/office/officeart/2005/8/layout/orgChart1"/>
    <dgm:cxn modelId="{B3CF80FD-9F75-8E4E-AF42-AA89F12B00FF}" type="presParOf" srcId="{B4BD16CA-B266-AB4C-8993-A29A8D067728}" destId="{FD6469DC-BB7D-3947-9F27-6230B9C88AEA}" srcOrd="1" destOrd="0" presId="urn:microsoft.com/office/officeart/2005/8/layout/orgChart1"/>
    <dgm:cxn modelId="{963825F2-B5F9-BA41-8736-36FBCC6B62B0}" type="presParOf" srcId="{FD6469DC-BB7D-3947-9F27-6230B9C88AEA}" destId="{533EB727-5D27-A641-B7C7-9B603974DC9C}" srcOrd="0" destOrd="0" presId="urn:microsoft.com/office/officeart/2005/8/layout/orgChart1"/>
    <dgm:cxn modelId="{2752508E-F83E-B144-A780-F3A09C1797D2}" type="presParOf" srcId="{533EB727-5D27-A641-B7C7-9B603974DC9C}" destId="{E7F6A6E5-4AAF-284A-8CA2-22E1C9E5A7E4}" srcOrd="0" destOrd="0" presId="urn:microsoft.com/office/officeart/2005/8/layout/orgChart1"/>
    <dgm:cxn modelId="{61598BB0-05C8-3240-8B74-413CA8AF988D}" type="presParOf" srcId="{533EB727-5D27-A641-B7C7-9B603974DC9C}" destId="{91C73524-E0CF-C048-A527-15C16D171AD0}" srcOrd="1" destOrd="0" presId="urn:microsoft.com/office/officeart/2005/8/layout/orgChart1"/>
    <dgm:cxn modelId="{0B022ADA-8B90-6C44-9C39-A5CF50E2A6E0}" type="presParOf" srcId="{FD6469DC-BB7D-3947-9F27-6230B9C88AEA}" destId="{77FEE600-D63D-8E4A-A9AF-1F47F430C0ED}" srcOrd="1" destOrd="0" presId="urn:microsoft.com/office/officeart/2005/8/layout/orgChart1"/>
    <dgm:cxn modelId="{61659971-BB48-1D49-A82E-A72F48AFE74E}" type="presParOf" srcId="{77FEE600-D63D-8E4A-A9AF-1F47F430C0ED}" destId="{9B36AE50-1475-084D-B145-B730F75AAAB6}" srcOrd="0" destOrd="0" presId="urn:microsoft.com/office/officeart/2005/8/layout/orgChart1"/>
    <dgm:cxn modelId="{C504D9B5-B490-E048-BDF3-6D12D36196D9}" type="presParOf" srcId="{77FEE600-D63D-8E4A-A9AF-1F47F430C0ED}" destId="{1DB569CA-F6B2-4A4E-A5E9-4E0F174FB887}" srcOrd="1" destOrd="0" presId="urn:microsoft.com/office/officeart/2005/8/layout/orgChart1"/>
    <dgm:cxn modelId="{44483DE5-87F9-4C4B-A3D8-101821566C9C}" type="presParOf" srcId="{1DB569CA-F6B2-4A4E-A5E9-4E0F174FB887}" destId="{30E574DB-9E78-9547-B729-056F2D139657}" srcOrd="0" destOrd="0" presId="urn:microsoft.com/office/officeart/2005/8/layout/orgChart1"/>
    <dgm:cxn modelId="{840E7EDD-E993-D24C-BAF4-636B2C95502F}" type="presParOf" srcId="{30E574DB-9E78-9547-B729-056F2D139657}" destId="{F70A1895-AD03-6640-B41B-DAE45C8E500F}" srcOrd="0" destOrd="0" presId="urn:microsoft.com/office/officeart/2005/8/layout/orgChart1"/>
    <dgm:cxn modelId="{C8E57FBB-8A2D-0548-9AEE-F09FC23E6DE5}" type="presParOf" srcId="{30E574DB-9E78-9547-B729-056F2D139657}" destId="{F591C5AA-41C6-9642-B57C-C564C521A6A0}" srcOrd="1" destOrd="0" presId="urn:microsoft.com/office/officeart/2005/8/layout/orgChart1"/>
    <dgm:cxn modelId="{5FE4EFEF-22E8-DC4C-8AC3-BD5D3B2118A4}" type="presParOf" srcId="{1DB569CA-F6B2-4A4E-A5E9-4E0F174FB887}" destId="{3D6BB6E5-B3C2-434D-90BE-41AEC6228F7E}" srcOrd="1" destOrd="0" presId="urn:microsoft.com/office/officeart/2005/8/layout/orgChart1"/>
    <dgm:cxn modelId="{2D830D2E-05E4-4D4C-A1B6-9E57B3CE300E}" type="presParOf" srcId="{1DB569CA-F6B2-4A4E-A5E9-4E0F174FB887}" destId="{87D088DB-D86F-0F4F-8F83-A31DC46080BA}" srcOrd="2" destOrd="0" presId="urn:microsoft.com/office/officeart/2005/8/layout/orgChart1"/>
    <dgm:cxn modelId="{FE9E576C-61A7-B44E-A5C0-B6B51B59CCAF}" type="presParOf" srcId="{77FEE600-D63D-8E4A-A9AF-1F47F430C0ED}" destId="{7202018C-1F5F-564D-BF9E-DBA0D2C588A8}" srcOrd="2" destOrd="0" presId="urn:microsoft.com/office/officeart/2005/8/layout/orgChart1"/>
    <dgm:cxn modelId="{AAD7C0A0-138E-5045-90A0-B797BDFD688A}" type="presParOf" srcId="{77FEE600-D63D-8E4A-A9AF-1F47F430C0ED}" destId="{69B42102-304D-1945-BB0E-545ED3AF1E7A}" srcOrd="3" destOrd="0" presId="urn:microsoft.com/office/officeart/2005/8/layout/orgChart1"/>
    <dgm:cxn modelId="{A397047B-E6E6-0C46-A9DD-EF5AE75FA0FB}" type="presParOf" srcId="{69B42102-304D-1945-BB0E-545ED3AF1E7A}" destId="{1CB8C715-0205-8949-AB8F-1573F63431AA}" srcOrd="0" destOrd="0" presId="urn:microsoft.com/office/officeart/2005/8/layout/orgChart1"/>
    <dgm:cxn modelId="{F087D8C1-E8B4-264B-9EEC-F09B5B046872}" type="presParOf" srcId="{1CB8C715-0205-8949-AB8F-1573F63431AA}" destId="{E7693121-0CBB-C446-BEA0-A3006A4A5E49}" srcOrd="0" destOrd="0" presId="urn:microsoft.com/office/officeart/2005/8/layout/orgChart1"/>
    <dgm:cxn modelId="{7E1184EF-BE53-5240-B91A-63FB3D00CAD0}" type="presParOf" srcId="{1CB8C715-0205-8949-AB8F-1573F63431AA}" destId="{14B196DC-17B8-AD4A-85C5-CDBF80CE9B16}" srcOrd="1" destOrd="0" presId="urn:microsoft.com/office/officeart/2005/8/layout/orgChart1"/>
    <dgm:cxn modelId="{2CA98B9A-733C-944C-A65D-162F955B6488}" type="presParOf" srcId="{69B42102-304D-1945-BB0E-545ED3AF1E7A}" destId="{4EBD6EFD-9C9B-834E-A8CB-41018E1117CB}" srcOrd="1" destOrd="0" presId="urn:microsoft.com/office/officeart/2005/8/layout/orgChart1"/>
    <dgm:cxn modelId="{FF3101B7-3023-FD48-BC3B-ADA234542B9B}" type="presParOf" srcId="{4EBD6EFD-9C9B-834E-A8CB-41018E1117CB}" destId="{02391224-86D9-3E44-92BA-44C895994CF1}" srcOrd="0" destOrd="0" presId="urn:microsoft.com/office/officeart/2005/8/layout/orgChart1"/>
    <dgm:cxn modelId="{EB67D90F-8974-3446-8484-8A2C1B1A50D9}" type="presParOf" srcId="{4EBD6EFD-9C9B-834E-A8CB-41018E1117CB}" destId="{01897E33-3323-7840-9208-0429B1EEF1D4}" srcOrd="1" destOrd="0" presId="urn:microsoft.com/office/officeart/2005/8/layout/orgChart1"/>
    <dgm:cxn modelId="{34CCB3FA-EF81-B840-A418-27E22A5145CD}" type="presParOf" srcId="{01897E33-3323-7840-9208-0429B1EEF1D4}" destId="{892EB57C-6C99-444B-B8F9-8B703AF6184A}" srcOrd="0" destOrd="0" presId="urn:microsoft.com/office/officeart/2005/8/layout/orgChart1"/>
    <dgm:cxn modelId="{355F2049-94F2-A24C-A287-7CA4A2D94102}" type="presParOf" srcId="{892EB57C-6C99-444B-B8F9-8B703AF6184A}" destId="{19784AEB-FB56-FB40-8FD0-B21C39407165}" srcOrd="0" destOrd="0" presId="urn:microsoft.com/office/officeart/2005/8/layout/orgChart1"/>
    <dgm:cxn modelId="{FCB604EF-F8B3-7046-9AE5-EE28A2EE5D59}" type="presParOf" srcId="{892EB57C-6C99-444B-B8F9-8B703AF6184A}" destId="{A11322CB-DC3A-3042-8786-1FF760547836}" srcOrd="1" destOrd="0" presId="urn:microsoft.com/office/officeart/2005/8/layout/orgChart1"/>
    <dgm:cxn modelId="{9993F44E-F2E8-834E-A747-C9A39D434444}" type="presParOf" srcId="{01897E33-3323-7840-9208-0429B1EEF1D4}" destId="{A8D47059-1B3D-AE46-8A16-D4603A03D155}" srcOrd="1" destOrd="0" presId="urn:microsoft.com/office/officeart/2005/8/layout/orgChart1"/>
    <dgm:cxn modelId="{62834645-EA17-AF40-BFF1-E711F9F4CCC3}" type="presParOf" srcId="{01897E33-3323-7840-9208-0429B1EEF1D4}" destId="{8CBAD1F4-7E6E-5E4D-8263-9FE23958F899}" srcOrd="2" destOrd="0" presId="urn:microsoft.com/office/officeart/2005/8/layout/orgChart1"/>
    <dgm:cxn modelId="{DFBAE63C-FAAE-5640-A307-DFF2B5C93441}" type="presParOf" srcId="{69B42102-304D-1945-BB0E-545ED3AF1E7A}" destId="{901C4C13-BD91-E149-A1A5-4FA0060F6FA4}" srcOrd="2" destOrd="0" presId="urn:microsoft.com/office/officeart/2005/8/layout/orgChart1"/>
    <dgm:cxn modelId="{C9C6AF95-E5BE-B14E-9F2E-7530425CFD21}" type="presParOf" srcId="{77FEE600-D63D-8E4A-A9AF-1F47F430C0ED}" destId="{5045C0BA-405C-BC4D-A1FA-28D5B8546BF6}" srcOrd="4" destOrd="0" presId="urn:microsoft.com/office/officeart/2005/8/layout/orgChart1"/>
    <dgm:cxn modelId="{7837BA51-A137-6744-B6FD-73125C1138F8}" type="presParOf" srcId="{77FEE600-D63D-8E4A-A9AF-1F47F430C0ED}" destId="{55D3C52E-3666-1940-AD97-E5373CFF6DFC}" srcOrd="5" destOrd="0" presId="urn:microsoft.com/office/officeart/2005/8/layout/orgChart1"/>
    <dgm:cxn modelId="{56224834-06EB-ED45-9693-6CE92827F605}" type="presParOf" srcId="{55D3C52E-3666-1940-AD97-E5373CFF6DFC}" destId="{A0378CF4-3FA2-6441-9D74-C2308D9EA3EA}" srcOrd="0" destOrd="0" presId="urn:microsoft.com/office/officeart/2005/8/layout/orgChart1"/>
    <dgm:cxn modelId="{D68B4FF6-703B-A549-9DDC-E2FCBB5D5A29}" type="presParOf" srcId="{A0378CF4-3FA2-6441-9D74-C2308D9EA3EA}" destId="{48725B36-D144-E24F-9D76-0816B944ED47}" srcOrd="0" destOrd="0" presId="urn:microsoft.com/office/officeart/2005/8/layout/orgChart1"/>
    <dgm:cxn modelId="{ADC059AE-D5C1-4847-9CC9-9AD672D23673}" type="presParOf" srcId="{A0378CF4-3FA2-6441-9D74-C2308D9EA3EA}" destId="{9DFA18F9-56A2-F14A-A35B-E46AC8B37196}" srcOrd="1" destOrd="0" presId="urn:microsoft.com/office/officeart/2005/8/layout/orgChart1"/>
    <dgm:cxn modelId="{11504980-8260-6745-B7F7-B83F2EF0E543}" type="presParOf" srcId="{55D3C52E-3666-1940-AD97-E5373CFF6DFC}" destId="{53746845-3855-874C-A288-0D5B3A265AC9}" srcOrd="1" destOrd="0" presId="urn:microsoft.com/office/officeart/2005/8/layout/orgChart1"/>
    <dgm:cxn modelId="{6B1510F6-3820-D045-96B2-949258342C5F}" type="presParOf" srcId="{55D3C52E-3666-1940-AD97-E5373CFF6DFC}" destId="{4981657F-0017-7E46-9015-3ECE9BFCB732}" srcOrd="2" destOrd="0" presId="urn:microsoft.com/office/officeart/2005/8/layout/orgChart1"/>
    <dgm:cxn modelId="{15FD2761-CDC5-9A47-8068-6FE0D3DE0419}" type="presParOf" srcId="{FD6469DC-BB7D-3947-9F27-6230B9C88AEA}" destId="{13C96F8A-F3C2-A24E-8697-BA7214D6F993}" srcOrd="2" destOrd="0" presId="urn:microsoft.com/office/officeart/2005/8/layout/orgChart1"/>
    <dgm:cxn modelId="{717118A1-E980-AA43-ADA9-473BC773E497}" type="presParOf" srcId="{03C0898E-1F3F-FB4C-B058-8140193D5419}" destId="{A73FEA2E-83C0-864F-B017-40C1E1D06DF2}" srcOrd="2" destOrd="0" presId="urn:microsoft.com/office/officeart/2005/8/layout/orgChart1"/>
    <dgm:cxn modelId="{D73667F6-0996-4B4B-B4A5-90C612C34E75}" type="presParOf" srcId="{18D995D7-A51D-BA49-982E-13DA68ED9D4A}" destId="{DEF6A2E0-6C46-9242-96C6-A432C45FCEF1}" srcOrd="2" destOrd="0" presId="urn:microsoft.com/office/officeart/2005/8/layout/orgChart1"/>
    <dgm:cxn modelId="{50E5B408-B0CD-6A47-BC13-E029E14CB0E1}" type="presParOf" srcId="{B930FEA0-987B-B24A-894E-63A5A02DB0DA}" destId="{A64D46CE-009D-D74D-BBC7-5CEE3AE9D9B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302DF8-65F4-9643-84B1-0E1732C83421}">
      <dsp:nvSpPr>
        <dsp:cNvPr id="0" name=""/>
        <dsp:cNvSpPr/>
      </dsp:nvSpPr>
      <dsp:spPr>
        <a:xfrm>
          <a:off x="5689" y="140833"/>
          <a:ext cx="1700432" cy="10202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Capture and classify user input</a:t>
          </a:r>
        </a:p>
      </dsp:txBody>
      <dsp:txXfrm>
        <a:off x="35571" y="170715"/>
        <a:ext cx="1640668" cy="960495"/>
      </dsp:txXfrm>
    </dsp:sp>
    <dsp:sp modelId="{C731ED33-266C-184E-ADDF-8B7686200BC3}">
      <dsp:nvSpPr>
        <dsp:cNvPr id="0" name=""/>
        <dsp:cNvSpPr/>
      </dsp:nvSpPr>
      <dsp:spPr>
        <a:xfrm>
          <a:off x="1876164" y="440109"/>
          <a:ext cx="360491" cy="4217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1876164" y="524450"/>
        <a:ext cx="252344" cy="253025"/>
      </dsp:txXfrm>
    </dsp:sp>
    <dsp:sp modelId="{C53538A0-B070-214B-A505-8BA65AF18C2B}">
      <dsp:nvSpPr>
        <dsp:cNvPr id="0" name=""/>
        <dsp:cNvSpPr/>
      </dsp:nvSpPr>
      <dsp:spPr>
        <a:xfrm>
          <a:off x="2386294" y="140833"/>
          <a:ext cx="1700432" cy="10202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Execute predefined sales queries</a:t>
          </a:r>
        </a:p>
      </dsp:txBody>
      <dsp:txXfrm>
        <a:off x="2416176" y="170715"/>
        <a:ext cx="1640668" cy="960495"/>
      </dsp:txXfrm>
    </dsp:sp>
    <dsp:sp modelId="{B5454D59-2213-6347-90CD-2CDC455DDC45}">
      <dsp:nvSpPr>
        <dsp:cNvPr id="0" name=""/>
        <dsp:cNvSpPr/>
      </dsp:nvSpPr>
      <dsp:spPr>
        <a:xfrm>
          <a:off x="4256770" y="440109"/>
          <a:ext cx="360491" cy="4217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4256770" y="524450"/>
        <a:ext cx="252344" cy="253025"/>
      </dsp:txXfrm>
    </dsp:sp>
    <dsp:sp modelId="{42DE1E19-D33D-0E4F-9F31-5E7A05C165CA}">
      <dsp:nvSpPr>
        <dsp:cNvPr id="0" name=""/>
        <dsp:cNvSpPr/>
      </dsp:nvSpPr>
      <dsp:spPr>
        <a:xfrm>
          <a:off x="4766900" y="140833"/>
          <a:ext cx="1700432" cy="10202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Render a fixed dashboard template</a:t>
          </a:r>
        </a:p>
      </dsp:txBody>
      <dsp:txXfrm>
        <a:off x="4796782" y="170715"/>
        <a:ext cx="1640668" cy="9604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41A403-57A5-B84D-AE0F-A6C4237015EB}">
      <dsp:nvSpPr>
        <dsp:cNvPr id="0" name=""/>
        <dsp:cNvSpPr/>
      </dsp:nvSpPr>
      <dsp:spPr>
        <a:xfrm>
          <a:off x="1412496" y="3317980"/>
          <a:ext cx="91440" cy="20885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8855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98BD0A-70A6-0243-98CA-47B4FC3D0C2B}">
      <dsp:nvSpPr>
        <dsp:cNvPr id="0" name=""/>
        <dsp:cNvSpPr/>
      </dsp:nvSpPr>
      <dsp:spPr>
        <a:xfrm>
          <a:off x="1412496" y="2446090"/>
          <a:ext cx="91440" cy="20885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8855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D56635-F800-9E43-82B6-722CB56DA29F}">
      <dsp:nvSpPr>
        <dsp:cNvPr id="0" name=""/>
        <dsp:cNvSpPr/>
      </dsp:nvSpPr>
      <dsp:spPr>
        <a:xfrm>
          <a:off x="1412496" y="1574200"/>
          <a:ext cx="91440" cy="20885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8855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B048AE-0D80-274F-B1F5-FF0378D24D08}">
      <dsp:nvSpPr>
        <dsp:cNvPr id="0" name=""/>
        <dsp:cNvSpPr/>
      </dsp:nvSpPr>
      <dsp:spPr>
        <a:xfrm>
          <a:off x="1412496" y="702310"/>
          <a:ext cx="91440" cy="20885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885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0F60DE-63C1-DB41-815F-0568A0A0FC97}">
      <dsp:nvSpPr>
        <dsp:cNvPr id="0" name=""/>
        <dsp:cNvSpPr/>
      </dsp:nvSpPr>
      <dsp:spPr>
        <a:xfrm>
          <a:off x="1126699" y="39276"/>
          <a:ext cx="663034" cy="663034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t="-11000" b="-11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ED71E1A-5BEC-A84B-A2B7-859FEE8C933F}">
      <dsp:nvSpPr>
        <dsp:cNvPr id="0" name=""/>
        <dsp:cNvSpPr/>
      </dsp:nvSpPr>
      <dsp:spPr>
        <a:xfrm>
          <a:off x="1789733" y="37619"/>
          <a:ext cx="994551" cy="663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user input</a:t>
          </a:r>
        </a:p>
      </dsp:txBody>
      <dsp:txXfrm>
        <a:off x="1789733" y="37619"/>
        <a:ext cx="994551" cy="663034"/>
      </dsp:txXfrm>
    </dsp:sp>
    <dsp:sp modelId="{BC59ADD1-F9A2-8049-80B4-1E97B780E640}">
      <dsp:nvSpPr>
        <dsp:cNvPr id="0" name=""/>
        <dsp:cNvSpPr/>
      </dsp:nvSpPr>
      <dsp:spPr>
        <a:xfrm>
          <a:off x="1126699" y="911166"/>
          <a:ext cx="663034" cy="663034"/>
        </a:xfrm>
        <a:prstGeom prst="ellipse">
          <a:avLst/>
        </a:prstGeom>
        <a:blipFill>
          <a:blip xmlns:r="http://schemas.openxmlformats.org/officeDocument/2006/relationships" r:embed="rId2"/>
          <a:srcRect/>
          <a:stretch>
            <a:fillRect l="-10000" r="-10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3FB8DE5-9F67-6E4F-BC18-D8280200354D}">
      <dsp:nvSpPr>
        <dsp:cNvPr id="0" name=""/>
        <dsp:cNvSpPr/>
      </dsp:nvSpPr>
      <dsp:spPr>
        <a:xfrm>
          <a:off x="1789733" y="909509"/>
          <a:ext cx="994551" cy="663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Intent Classification using NLP (Monthly / Yearly)</a:t>
          </a:r>
        </a:p>
      </dsp:txBody>
      <dsp:txXfrm>
        <a:off x="1789733" y="909509"/>
        <a:ext cx="994551" cy="663034"/>
      </dsp:txXfrm>
    </dsp:sp>
    <dsp:sp modelId="{B3056334-5019-0446-81DD-BC9D3565B6F9}">
      <dsp:nvSpPr>
        <dsp:cNvPr id="0" name=""/>
        <dsp:cNvSpPr/>
      </dsp:nvSpPr>
      <dsp:spPr>
        <a:xfrm>
          <a:off x="1126699" y="1783056"/>
          <a:ext cx="663034" cy="663034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 t="-11000" b="-11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58FC6B5-53D5-DD47-80B7-F6F65758196E}">
      <dsp:nvSpPr>
        <dsp:cNvPr id="0" name=""/>
        <dsp:cNvSpPr/>
      </dsp:nvSpPr>
      <dsp:spPr>
        <a:xfrm>
          <a:off x="1789733" y="1781399"/>
          <a:ext cx="994551" cy="663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querying Sales dB  with predef queries</a:t>
          </a:r>
        </a:p>
      </dsp:txBody>
      <dsp:txXfrm>
        <a:off x="1789733" y="1781399"/>
        <a:ext cx="994551" cy="663034"/>
      </dsp:txXfrm>
    </dsp:sp>
    <dsp:sp modelId="{50269BD3-F2E7-CB48-AA7E-0B5D98E4A055}">
      <dsp:nvSpPr>
        <dsp:cNvPr id="0" name=""/>
        <dsp:cNvSpPr/>
      </dsp:nvSpPr>
      <dsp:spPr>
        <a:xfrm>
          <a:off x="1126699" y="2654946"/>
          <a:ext cx="663034" cy="663034"/>
        </a:xfrm>
        <a:prstGeom prst="ellipse">
          <a:avLst/>
        </a:prstGeom>
        <a:blipFill>
          <a:blip xmlns:r="http://schemas.openxmlformats.org/officeDocument/2006/relationships"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 t="-1000" b="-1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0D36D6F-F319-794C-8CA4-50E67E7807EC}">
      <dsp:nvSpPr>
        <dsp:cNvPr id="0" name=""/>
        <dsp:cNvSpPr/>
      </dsp:nvSpPr>
      <dsp:spPr>
        <a:xfrm>
          <a:off x="1789733" y="2653289"/>
          <a:ext cx="994551" cy="663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Fixed Aggregations </a:t>
          </a:r>
        </a:p>
      </dsp:txBody>
      <dsp:txXfrm>
        <a:off x="1789733" y="2653289"/>
        <a:ext cx="994551" cy="663034"/>
      </dsp:txXfrm>
    </dsp:sp>
    <dsp:sp modelId="{82456016-D79A-8245-9608-90504AFFDB43}">
      <dsp:nvSpPr>
        <dsp:cNvPr id="0" name=""/>
        <dsp:cNvSpPr/>
      </dsp:nvSpPr>
      <dsp:spPr>
        <a:xfrm>
          <a:off x="1126699" y="3526836"/>
          <a:ext cx="663034" cy="663034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rcRect/>
          <a:stretch>
            <a:fillRect l="-39000" r="-39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E6A1D90-1A29-E545-823C-57A5792E7B06}">
      <dsp:nvSpPr>
        <dsp:cNvPr id="0" name=""/>
        <dsp:cNvSpPr/>
      </dsp:nvSpPr>
      <dsp:spPr>
        <a:xfrm>
          <a:off x="1789733" y="3525179"/>
          <a:ext cx="994551" cy="663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Static dashboard using fixed tools like tableau</a:t>
          </a:r>
        </a:p>
      </dsp:txBody>
      <dsp:txXfrm>
        <a:off x="1789733" y="3525179"/>
        <a:ext cx="994551" cy="6630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45C0BA-405C-BC4D-A1FA-28D5B8546BF6}">
      <dsp:nvSpPr>
        <dsp:cNvPr id="0" name=""/>
        <dsp:cNvSpPr/>
      </dsp:nvSpPr>
      <dsp:spPr>
        <a:xfrm>
          <a:off x="2494390" y="2595221"/>
          <a:ext cx="1193726" cy="2071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3587"/>
              </a:lnTo>
              <a:lnTo>
                <a:pt x="1193726" y="103587"/>
              </a:lnTo>
              <a:lnTo>
                <a:pt x="1193726" y="207175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391224-86D9-3E44-92BA-44C895994CF1}">
      <dsp:nvSpPr>
        <dsp:cNvPr id="0" name=""/>
        <dsp:cNvSpPr/>
      </dsp:nvSpPr>
      <dsp:spPr>
        <a:xfrm>
          <a:off x="2099770" y="3295672"/>
          <a:ext cx="147982" cy="4538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3813"/>
              </a:lnTo>
              <a:lnTo>
                <a:pt x="147982" y="453813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02018C-1F5F-564D-BF9E-DBA0D2C588A8}">
      <dsp:nvSpPr>
        <dsp:cNvPr id="0" name=""/>
        <dsp:cNvSpPr/>
      </dsp:nvSpPr>
      <dsp:spPr>
        <a:xfrm>
          <a:off x="2448670" y="2595221"/>
          <a:ext cx="91440" cy="20717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7175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36AE50-1475-084D-B145-B730F75AAAB6}">
      <dsp:nvSpPr>
        <dsp:cNvPr id="0" name=""/>
        <dsp:cNvSpPr/>
      </dsp:nvSpPr>
      <dsp:spPr>
        <a:xfrm>
          <a:off x="1300663" y="2595221"/>
          <a:ext cx="1193726" cy="207175"/>
        </a:xfrm>
        <a:custGeom>
          <a:avLst/>
          <a:gdLst/>
          <a:ahLst/>
          <a:cxnLst/>
          <a:rect l="0" t="0" r="0" b="0"/>
          <a:pathLst>
            <a:path>
              <a:moveTo>
                <a:pt x="1193726" y="0"/>
              </a:moveTo>
              <a:lnTo>
                <a:pt x="1193726" y="103587"/>
              </a:lnTo>
              <a:lnTo>
                <a:pt x="0" y="103587"/>
              </a:lnTo>
              <a:lnTo>
                <a:pt x="0" y="207175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CCD346-42DC-7D4D-9711-8A537D85FF0C}">
      <dsp:nvSpPr>
        <dsp:cNvPr id="0" name=""/>
        <dsp:cNvSpPr/>
      </dsp:nvSpPr>
      <dsp:spPr>
        <a:xfrm>
          <a:off x="2448670" y="1894770"/>
          <a:ext cx="91440" cy="20717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7175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367F7C-2EEC-354E-9006-1E60F5258174}">
      <dsp:nvSpPr>
        <dsp:cNvPr id="0" name=""/>
        <dsp:cNvSpPr/>
      </dsp:nvSpPr>
      <dsp:spPr>
        <a:xfrm>
          <a:off x="2448670" y="1194318"/>
          <a:ext cx="91440" cy="20717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7175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19032D-CC0F-264D-AC12-7E101231A5C1}">
      <dsp:nvSpPr>
        <dsp:cNvPr id="0" name=""/>
        <dsp:cNvSpPr/>
      </dsp:nvSpPr>
      <dsp:spPr>
        <a:xfrm>
          <a:off x="2448670" y="493867"/>
          <a:ext cx="91440" cy="20717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7175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0019F1-5F9E-0543-B5A8-F92697FC3898}">
      <dsp:nvSpPr>
        <dsp:cNvPr id="0" name=""/>
        <dsp:cNvSpPr/>
      </dsp:nvSpPr>
      <dsp:spPr>
        <a:xfrm>
          <a:off x="2001115" y="592"/>
          <a:ext cx="986550" cy="49327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User Natural Language Input</a:t>
          </a:r>
        </a:p>
      </dsp:txBody>
      <dsp:txXfrm>
        <a:off x="2001115" y="592"/>
        <a:ext cx="986550" cy="493275"/>
      </dsp:txXfrm>
    </dsp:sp>
    <dsp:sp modelId="{62D1FE63-92C8-584C-8F3C-5A8AD1285CFA}">
      <dsp:nvSpPr>
        <dsp:cNvPr id="0" name=""/>
        <dsp:cNvSpPr/>
      </dsp:nvSpPr>
      <dsp:spPr>
        <a:xfrm>
          <a:off x="2001115" y="701043"/>
          <a:ext cx="986550" cy="49327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LLM Intent Understanding</a:t>
          </a:r>
        </a:p>
      </dsp:txBody>
      <dsp:txXfrm>
        <a:off x="2001115" y="701043"/>
        <a:ext cx="986550" cy="493275"/>
      </dsp:txXfrm>
    </dsp:sp>
    <dsp:sp modelId="{EF548421-0953-924B-9A6D-F2D93C83CE4C}">
      <dsp:nvSpPr>
        <dsp:cNvPr id="0" name=""/>
        <dsp:cNvSpPr/>
      </dsp:nvSpPr>
      <dsp:spPr>
        <a:xfrm>
          <a:off x="2001115" y="1401494"/>
          <a:ext cx="986550" cy="49327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LLM Reasoning &amp; Planning </a:t>
          </a:r>
        </a:p>
      </dsp:txBody>
      <dsp:txXfrm>
        <a:off x="2001115" y="1401494"/>
        <a:ext cx="986550" cy="493275"/>
      </dsp:txXfrm>
    </dsp:sp>
    <dsp:sp modelId="{E7F6A6E5-4AAF-284A-8CA2-22E1C9E5A7E4}">
      <dsp:nvSpPr>
        <dsp:cNvPr id="0" name=""/>
        <dsp:cNvSpPr/>
      </dsp:nvSpPr>
      <dsp:spPr>
        <a:xfrm>
          <a:off x="2001115" y="2101945"/>
          <a:ext cx="986550" cy="49327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Tool Selection (Dynamic) </a:t>
          </a:r>
        </a:p>
      </dsp:txBody>
      <dsp:txXfrm>
        <a:off x="2001115" y="2101945"/>
        <a:ext cx="986550" cy="493275"/>
      </dsp:txXfrm>
    </dsp:sp>
    <dsp:sp modelId="{F70A1895-AD03-6640-B41B-DAE45C8E500F}">
      <dsp:nvSpPr>
        <dsp:cNvPr id="0" name=""/>
        <dsp:cNvSpPr/>
      </dsp:nvSpPr>
      <dsp:spPr>
        <a:xfrm>
          <a:off x="807388" y="2802397"/>
          <a:ext cx="986550" cy="49327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Generate SQL Query </a:t>
          </a:r>
        </a:p>
      </dsp:txBody>
      <dsp:txXfrm>
        <a:off x="807388" y="2802397"/>
        <a:ext cx="986550" cy="493275"/>
      </dsp:txXfrm>
    </dsp:sp>
    <dsp:sp modelId="{E7693121-0CBB-C446-BEA0-A3006A4A5E49}">
      <dsp:nvSpPr>
        <dsp:cNvPr id="0" name=""/>
        <dsp:cNvSpPr/>
      </dsp:nvSpPr>
      <dsp:spPr>
        <a:xfrm>
          <a:off x="2001115" y="2802397"/>
          <a:ext cx="986550" cy="49327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 Run Trend / YoY Analysis</a:t>
          </a:r>
        </a:p>
      </dsp:txBody>
      <dsp:txXfrm>
        <a:off x="2001115" y="2802397"/>
        <a:ext cx="986550" cy="493275"/>
      </dsp:txXfrm>
    </dsp:sp>
    <dsp:sp modelId="{19784AEB-FB56-FB40-8FD0-B21C39407165}">
      <dsp:nvSpPr>
        <dsp:cNvPr id="0" name=""/>
        <dsp:cNvSpPr/>
      </dsp:nvSpPr>
      <dsp:spPr>
        <a:xfrm>
          <a:off x="2247752" y="3502848"/>
          <a:ext cx="986550" cy="49327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 Dashboard + Insights Generated based on best available tools</a:t>
          </a:r>
        </a:p>
      </dsp:txBody>
      <dsp:txXfrm>
        <a:off x="2247752" y="3502848"/>
        <a:ext cx="986550" cy="493275"/>
      </dsp:txXfrm>
    </dsp:sp>
    <dsp:sp modelId="{48725B36-D144-E24F-9D76-0816B944ED47}">
      <dsp:nvSpPr>
        <dsp:cNvPr id="0" name=""/>
        <dsp:cNvSpPr/>
      </dsp:nvSpPr>
      <dsp:spPr>
        <a:xfrm>
          <a:off x="3194841" y="2802397"/>
          <a:ext cx="986550" cy="49327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Select Best Chart Types</a:t>
          </a:r>
        </a:p>
      </dsp:txBody>
      <dsp:txXfrm>
        <a:off x="3194841" y="2802397"/>
        <a:ext cx="986550" cy="4932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2BED07-6713-92AA-40AF-AE58F4F83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8406" y="4512376"/>
            <a:ext cx="8639776" cy="900190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9EF77-BF49-E4C1-0FC7-56335477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D5853-25AA-1C3D-EAD2-49667479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F0DAD-5850-CAAE-CD25-4D6DDDFF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851B1-0B20-9549-0D70-886AA9D04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406" y="1720884"/>
            <a:ext cx="8639775" cy="2734693"/>
          </a:xfrm>
          <a:noFill/>
        </p:spPr>
        <p:txBody>
          <a:bodyPr anchor="b">
            <a:normAutofit/>
          </a:bodyPr>
          <a:lstStyle>
            <a:lvl1pPr algn="l">
              <a:defRPr sz="3200" spc="53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4546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8F26-B5E3-8A90-51FC-8520D1D7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A4D95-10F3-6212-8302-5610C43E3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81BE7-A53D-441E-0393-0E59412C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F10F0-B23F-BF4B-DB66-9BCF734D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5DDEC-13A7-D988-D082-03076F80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893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0CFA-45ED-71B0-EE3E-CCE6D5C1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2474" y="2413788"/>
            <a:ext cx="8085116" cy="2737521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7BECA-A01D-7D7A-F2A6-891EC9D22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2474" y="1351721"/>
            <a:ext cx="8085118" cy="99391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16478-6FAF-D420-0B87-6EABB81E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4289B-CB0D-8AFC-7C02-F755C0DC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71E4-8A9E-2A30-D7FE-B3505124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906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F941-C3A7-545F-8046-C7A9AC803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5817" y="1272209"/>
            <a:ext cx="9164725" cy="103367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4277-CFAE-EEF6-3346-61F06D5A3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15817" y="2425148"/>
            <a:ext cx="4188635" cy="316064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43384-699D-84FC-C8B5-7BDE49BB4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1355" y="2425148"/>
            <a:ext cx="4188635" cy="316064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49386-AFC8-03DA-4563-07B0A011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ED60A-7704-31D9-7D4D-65C635ED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927DA-3B5E-13B8-0BA8-5DCFF001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05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B55A-280B-BDCB-F966-8578DDE7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442" y="600817"/>
            <a:ext cx="10079497" cy="1168706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6EA03-7008-14AB-547B-E66EA4EC9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7442" y="1798488"/>
            <a:ext cx="4599587" cy="668492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29F56-D2C8-71FE-FA59-002819D51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7442" y="2777279"/>
            <a:ext cx="4599587" cy="32769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524D2-CA8D-75F3-D089-C2F0E20D4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352" y="1798488"/>
            <a:ext cx="4599588" cy="668492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99B0E3-5AE5-0516-27BF-9F246137F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7352" y="2777279"/>
            <a:ext cx="4599588" cy="32769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319A7-6048-4735-B2AC-6D6043F1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15F875-F23E-D0D2-9115-CD494FDA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4F88F-F488-D9D5-CF99-AA1750AA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094593-EFC2-EEEF-74CD-BD00F4132A94}"/>
              </a:ext>
            </a:extLst>
          </p:cNvPr>
          <p:cNvCxnSpPr>
            <a:cxnSpLocks/>
          </p:cNvCxnSpPr>
          <p:nvPr/>
        </p:nvCxnSpPr>
        <p:spPr>
          <a:xfrm>
            <a:off x="6571185" y="2593591"/>
            <a:ext cx="4525755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851F6D-436C-FA47-8CD1-2C10E735764A}"/>
              </a:ext>
            </a:extLst>
          </p:cNvPr>
          <p:cNvCxnSpPr>
            <a:cxnSpLocks/>
          </p:cNvCxnSpPr>
          <p:nvPr/>
        </p:nvCxnSpPr>
        <p:spPr>
          <a:xfrm>
            <a:off x="1107503" y="2593591"/>
            <a:ext cx="4509526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814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1B86-9261-4E82-EF65-30F78154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A5E84-E43B-20AE-E80D-47CB0B07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F5797-14F1-9FEB-247C-0E325AF7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5D7AF-1489-8F93-4828-0AE784B8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805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6CAF1C-8901-AE05-E52C-D5B95941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D4F90-2973-4FE2-6C2C-5C2AC5C5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0414B-A7EC-0C14-EFD2-29C5582C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488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78C7-A764-C5E4-A6A4-DC5B1B353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121" y="1391478"/>
            <a:ext cx="3288432" cy="1951414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E178-4B5D-413B-6583-AB81E8D0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3235" y="920080"/>
            <a:ext cx="5312467" cy="502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92F6D-71AB-9630-9DBE-46041C50C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0121" y="3566727"/>
            <a:ext cx="3288432" cy="1766325"/>
          </a:xfrm>
        </p:spPr>
        <p:txBody>
          <a:bodyPr anchor="b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EAAD1-C919-6E2E-32D2-E199025F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8B5D8-E15B-BE38-2A89-BD0F02E1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ECC26-B78C-4CBD-6883-97E80D3E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AAC029-BE5C-900C-E7D2-DE6E31789D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98" y="931857"/>
            <a:ext cx="4305523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000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4EAA-30F7-390A-C77C-2E5BD821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120" y="1391478"/>
            <a:ext cx="3322510" cy="2037522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 useBgFill="1">
        <p:nvSpPr>
          <p:cNvPr id="3" name="Picture Placeholder 2">
            <a:extLst>
              <a:ext uri="{FF2B5EF4-FFF2-40B4-BE49-F238E27FC236}">
                <a16:creationId xmlns:a16="http://schemas.microsoft.com/office/drawing/2014/main" id="{513A1C34-81AC-D534-67B1-427212289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907143" y="931857"/>
            <a:ext cx="5351659" cy="499630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1012D-3524-26C6-64C1-8CE6E7A9A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0120" y="3742792"/>
            <a:ext cx="3322510" cy="1590261"/>
          </a:xfrm>
        </p:spPr>
        <p:txBody>
          <a:bodyPr anchor="b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FA6D7-1BE0-F14D-A2F7-4836180B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6B5AC-3F20-FDC1-D579-7C4C6B4E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74ACA-1D54-81FA-70B1-31AB3011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D8EE65-D4F9-418A-1628-F5DFD3DBA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98" y="931857"/>
            <a:ext cx="4305523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743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C3AB-851A-0D2F-B3AE-5B161CFFC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338" y="1255172"/>
            <a:ext cx="9297346" cy="1050707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9FD6B-3621-3904-7878-A2825C692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24338" y="2419468"/>
            <a:ext cx="9297346" cy="325435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08AE9-D8ED-ED5D-D7B0-A4381177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F98B-AC81-D122-3D05-9C4E2FE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FB543-B138-6627-3714-12105D17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270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DE16D-F1A0-DDB5-A98C-A9055C93D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26961" y="1414196"/>
            <a:ext cx="1817441" cy="4100602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A548F-8DA7-C53C-1BFE-7C720CB20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46042" y="1414196"/>
            <a:ext cx="7780919" cy="4100602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EA2C8-1C90-25D0-8B0A-30B73CFD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FF1A4-0404-DA2D-1EA4-828091C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57155-0F4A-F7B7-C4A8-755572E9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91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792104-6F24-CD50-F55E-22A55084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442" y="1233199"/>
            <a:ext cx="8977511" cy="10738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059CB-D00E-398D-E4D9-59792FC40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0444" y="2419639"/>
            <a:ext cx="8977509" cy="3141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FBC38-D897-7CBE-AC89-A95A2222D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7726" y="61991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n-lt"/>
              </a:defRPr>
            </a:lvl1pPr>
          </a:lstStyle>
          <a:p>
            <a:fld id="{E7736193-EDE3-4BB5-AE5F-E6E5472AB8BE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28008-2A03-D518-4A75-30816EB0D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6625" y="6199188"/>
            <a:ext cx="3409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91D49-2BD8-1C36-B43A-CF2F91777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96577" y="6199188"/>
            <a:ext cx="6191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n-lt"/>
              </a:defRPr>
            </a:lvl1pPr>
          </a:lstStyle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E2A49E-0BD9-321C-F602-AFA2FCF9B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98" y="931857"/>
            <a:ext cx="10326946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07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60" r:id="rId6"/>
    <p:sldLayoutId id="2147483755" r:id="rId7"/>
    <p:sldLayoutId id="2147483756" r:id="rId8"/>
    <p:sldLayoutId id="2147483757" r:id="rId9"/>
    <p:sldLayoutId id="2147483759" r:id="rId10"/>
    <p:sldLayoutId id="2147483758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5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0E45B9B-5690-F156-E2ED-D88478B76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081EE3-B6BE-9584-F5AF-E5F6484DA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FA6DAEA-4846-940A-BF10-65377FC1F80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8677" b="12652"/>
          <a:stretch>
            <a:fillRect/>
          </a:stretch>
        </p:blipFill>
        <p:spPr>
          <a:xfrm>
            <a:off x="1" y="10"/>
            <a:ext cx="12191998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C362CB-56B7-6630-D5B0-8EA1F28EB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9865" y="2398143"/>
            <a:ext cx="4321549" cy="2116348"/>
          </a:xfrm>
          <a:noFill/>
        </p:spPr>
        <p:txBody>
          <a:bodyPr anchor="b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GB" sz="3000">
                <a:solidFill>
                  <a:schemeClr val="accent1">
                    <a:lumMod val="60000"/>
                    <a:lumOff val="40000"/>
                  </a:schemeClr>
                </a:solidFill>
              </a:rPr>
              <a:t>AI Workflow vs AI Agent for Market Analysis Dashboards</a:t>
            </a:r>
            <a:endParaRPr lang="en-US" sz="30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1A03FE5-7938-1573-2D18-E168CC7C0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33198" y="931856"/>
            <a:ext cx="10324260" cy="4994960"/>
          </a:xfrm>
          <a:custGeom>
            <a:avLst/>
            <a:gdLst>
              <a:gd name="connsiteX0" fmla="*/ 0 w 9985794"/>
              <a:gd name="connsiteY0" fmla="*/ 0 h 4920343"/>
              <a:gd name="connsiteX1" fmla="*/ 9985794 w 9985794"/>
              <a:gd name="connsiteY1" fmla="*/ 0 h 4920343"/>
              <a:gd name="connsiteX2" fmla="*/ 9985794 w 9985794"/>
              <a:gd name="connsiteY2" fmla="*/ 4920343 h 4920343"/>
              <a:gd name="connsiteX3" fmla="*/ 0 w 9985794"/>
              <a:gd name="connsiteY3" fmla="*/ 4920343 h 4920343"/>
              <a:gd name="connsiteX4" fmla="*/ 0 w 9985794"/>
              <a:gd name="connsiteY4" fmla="*/ 4119525 h 4920343"/>
              <a:gd name="connsiteX5" fmla="*/ 4905554 w 9985794"/>
              <a:gd name="connsiteY5" fmla="*/ 4119525 h 4920343"/>
              <a:gd name="connsiteX6" fmla="*/ 4905554 w 9985794"/>
              <a:gd name="connsiteY6" fmla="*/ 1451087 h 4920343"/>
              <a:gd name="connsiteX7" fmla="*/ 0 w 9985794"/>
              <a:gd name="connsiteY7" fmla="*/ 1451087 h 4920343"/>
              <a:gd name="connsiteX0" fmla="*/ 4905554 w 9985794"/>
              <a:gd name="connsiteY0" fmla="*/ 4119525 h 4920343"/>
              <a:gd name="connsiteX1" fmla="*/ 4905554 w 9985794"/>
              <a:gd name="connsiteY1" fmla="*/ 1451087 h 4920343"/>
              <a:gd name="connsiteX2" fmla="*/ 0 w 9985794"/>
              <a:gd name="connsiteY2" fmla="*/ 1451087 h 4920343"/>
              <a:gd name="connsiteX3" fmla="*/ 0 w 9985794"/>
              <a:gd name="connsiteY3" fmla="*/ 0 h 4920343"/>
              <a:gd name="connsiteX4" fmla="*/ 9985794 w 9985794"/>
              <a:gd name="connsiteY4" fmla="*/ 0 h 4920343"/>
              <a:gd name="connsiteX5" fmla="*/ 9985794 w 9985794"/>
              <a:gd name="connsiteY5" fmla="*/ 4920343 h 4920343"/>
              <a:gd name="connsiteX6" fmla="*/ 0 w 9985794"/>
              <a:gd name="connsiteY6" fmla="*/ 4920343 h 4920343"/>
              <a:gd name="connsiteX7" fmla="*/ 0 w 9985794"/>
              <a:gd name="connsiteY7" fmla="*/ 4119525 h 4920343"/>
              <a:gd name="connsiteX8" fmla="*/ 4996994 w 9985794"/>
              <a:gd name="connsiteY8" fmla="*/ 4210965 h 4920343"/>
              <a:gd name="connsiteX0" fmla="*/ 4905554 w 9985794"/>
              <a:gd name="connsiteY0" fmla="*/ 4119525 h 4920343"/>
              <a:gd name="connsiteX1" fmla="*/ 4905554 w 9985794"/>
              <a:gd name="connsiteY1" fmla="*/ 1451087 h 4920343"/>
              <a:gd name="connsiteX2" fmla="*/ 0 w 9985794"/>
              <a:gd name="connsiteY2" fmla="*/ 1451087 h 4920343"/>
              <a:gd name="connsiteX3" fmla="*/ 0 w 9985794"/>
              <a:gd name="connsiteY3" fmla="*/ 0 h 4920343"/>
              <a:gd name="connsiteX4" fmla="*/ 9985794 w 9985794"/>
              <a:gd name="connsiteY4" fmla="*/ 0 h 4920343"/>
              <a:gd name="connsiteX5" fmla="*/ 9985794 w 9985794"/>
              <a:gd name="connsiteY5" fmla="*/ 4920343 h 4920343"/>
              <a:gd name="connsiteX6" fmla="*/ 0 w 9985794"/>
              <a:gd name="connsiteY6" fmla="*/ 4920343 h 4920343"/>
              <a:gd name="connsiteX7" fmla="*/ 0 w 9985794"/>
              <a:gd name="connsiteY7" fmla="*/ 4119525 h 4920343"/>
              <a:gd name="connsiteX0" fmla="*/ 4905554 w 9985794"/>
              <a:gd name="connsiteY0" fmla="*/ 1451087 h 4920343"/>
              <a:gd name="connsiteX1" fmla="*/ 0 w 9985794"/>
              <a:gd name="connsiteY1" fmla="*/ 1451087 h 4920343"/>
              <a:gd name="connsiteX2" fmla="*/ 0 w 9985794"/>
              <a:gd name="connsiteY2" fmla="*/ 0 h 4920343"/>
              <a:gd name="connsiteX3" fmla="*/ 9985794 w 9985794"/>
              <a:gd name="connsiteY3" fmla="*/ 0 h 4920343"/>
              <a:gd name="connsiteX4" fmla="*/ 9985794 w 9985794"/>
              <a:gd name="connsiteY4" fmla="*/ 4920343 h 4920343"/>
              <a:gd name="connsiteX5" fmla="*/ 0 w 9985794"/>
              <a:gd name="connsiteY5" fmla="*/ 4920343 h 4920343"/>
              <a:gd name="connsiteX6" fmla="*/ 0 w 9985794"/>
              <a:gd name="connsiteY6" fmla="*/ 4119525 h 4920343"/>
              <a:gd name="connsiteX0" fmla="*/ 0 w 9985794"/>
              <a:gd name="connsiteY0" fmla="*/ 1451087 h 4920343"/>
              <a:gd name="connsiteX1" fmla="*/ 0 w 9985794"/>
              <a:gd name="connsiteY1" fmla="*/ 0 h 4920343"/>
              <a:gd name="connsiteX2" fmla="*/ 9985794 w 9985794"/>
              <a:gd name="connsiteY2" fmla="*/ 0 h 4920343"/>
              <a:gd name="connsiteX3" fmla="*/ 9985794 w 9985794"/>
              <a:gd name="connsiteY3" fmla="*/ 4920343 h 4920343"/>
              <a:gd name="connsiteX4" fmla="*/ 0 w 9985794"/>
              <a:gd name="connsiteY4" fmla="*/ 4920343 h 4920343"/>
              <a:gd name="connsiteX5" fmla="*/ 0 w 9985794"/>
              <a:gd name="connsiteY5" fmla="*/ 4119525 h 4920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85794" h="4920343">
                <a:moveTo>
                  <a:pt x="0" y="1451087"/>
                </a:moveTo>
                <a:lnTo>
                  <a:pt x="0" y="0"/>
                </a:lnTo>
                <a:lnTo>
                  <a:pt x="9985794" y="0"/>
                </a:lnTo>
                <a:lnTo>
                  <a:pt x="9985794" y="4920343"/>
                </a:lnTo>
                <a:lnTo>
                  <a:pt x="0" y="4920343"/>
                </a:lnTo>
                <a:lnTo>
                  <a:pt x="0" y="4119525"/>
                </a:ln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240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32722-5252-7FF9-30BB-96DE5D304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444" y="1927262"/>
            <a:ext cx="7754912" cy="716787"/>
          </a:xfrm>
        </p:spPr>
        <p:txBody>
          <a:bodyPr>
            <a:normAutofit fontScale="90000"/>
          </a:bodyPr>
          <a:lstStyle/>
          <a:p>
            <a:r>
              <a:rPr lang="en-GB" dirty="0"/>
              <a:t>Use Case Overview – Market Analysis Dashboard</a:t>
            </a:r>
            <a:br>
              <a:rPr lang="en-GB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8EC9C-F62A-64EF-B654-C6CB27076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444" y="2419640"/>
            <a:ext cx="6091363" cy="1794312"/>
          </a:xfrm>
        </p:spPr>
        <p:txBody>
          <a:bodyPr/>
          <a:lstStyle/>
          <a:p>
            <a:r>
              <a:rPr lang="en-GB" dirty="0"/>
              <a:t>Generate </a:t>
            </a:r>
            <a:r>
              <a:rPr lang="en-GB" b="1" dirty="0"/>
              <a:t>monthly or yearly sales dashboards</a:t>
            </a:r>
            <a:endParaRPr lang="en-GB" dirty="0"/>
          </a:p>
          <a:p>
            <a:r>
              <a:rPr lang="en-GB" dirty="0"/>
              <a:t>Dashboard is created based on </a:t>
            </a:r>
            <a:r>
              <a:rPr lang="en-GB" b="1" dirty="0"/>
              <a:t>user-selected inputs</a:t>
            </a:r>
            <a:endParaRPr lang="en-GB" dirty="0"/>
          </a:p>
          <a:p>
            <a:r>
              <a:rPr lang="en-GB" dirty="0"/>
              <a:t>Supports analysis of sales trends and performance metrics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30B9B-85F6-8AEF-05AB-1F580E5B3922}"/>
              </a:ext>
            </a:extLst>
          </p:cNvPr>
          <p:cNvSpPr txBox="1"/>
          <p:nvPr/>
        </p:nvSpPr>
        <p:spPr>
          <a:xfrm>
            <a:off x="1620444" y="3999123"/>
            <a:ext cx="715999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500" dirty="0">
                <a:latin typeface="+mj-lt"/>
              </a:rPr>
              <a:t>Workflow Design – Fixed AI Workflow</a:t>
            </a:r>
            <a:endParaRPr lang="en-US" sz="2500" dirty="0">
              <a:latin typeface="+mj-lt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FF7D737-C0A5-8CA0-597F-7EDB99ACAF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953544"/>
              </p:ext>
            </p:extLst>
          </p:nvPr>
        </p:nvGraphicFramePr>
        <p:xfrm>
          <a:off x="1620444" y="4529324"/>
          <a:ext cx="6473022" cy="13019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35775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E2C3B9A-B4D2-F54D-15F0-06653E183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68CEB5-F191-9D3E-BAC0-B0E212720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464ED38-224B-AB8F-2B4A-18C5B2BE0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35884" y="931856"/>
            <a:ext cx="10318890" cy="4994960"/>
          </a:xfrm>
          <a:custGeom>
            <a:avLst/>
            <a:gdLst>
              <a:gd name="connsiteX0" fmla="*/ 0 w 4172596"/>
              <a:gd name="connsiteY0" fmla="*/ 0 h 4952999"/>
              <a:gd name="connsiteX1" fmla="*/ 4172596 w 4172596"/>
              <a:gd name="connsiteY1" fmla="*/ 0 h 4952999"/>
              <a:gd name="connsiteX2" fmla="*/ 4172596 w 4172596"/>
              <a:gd name="connsiteY2" fmla="*/ 342900 h 4952999"/>
              <a:gd name="connsiteX3" fmla="*/ 3239761 w 4172596"/>
              <a:gd name="connsiteY3" fmla="*/ 342900 h 4952999"/>
              <a:gd name="connsiteX4" fmla="*/ 3239761 w 4172596"/>
              <a:gd name="connsiteY4" fmla="*/ 1934392 h 4952999"/>
              <a:gd name="connsiteX5" fmla="*/ 4172596 w 4172596"/>
              <a:gd name="connsiteY5" fmla="*/ 1934392 h 4952999"/>
              <a:gd name="connsiteX6" fmla="*/ 4172596 w 4172596"/>
              <a:gd name="connsiteY6" fmla="*/ 4952999 h 4952999"/>
              <a:gd name="connsiteX7" fmla="*/ 0 w 4172596"/>
              <a:gd name="connsiteY7" fmla="*/ 4952999 h 4952999"/>
              <a:gd name="connsiteX0" fmla="*/ 3239761 w 4172596"/>
              <a:gd name="connsiteY0" fmla="*/ 1934392 h 4952999"/>
              <a:gd name="connsiteX1" fmla="*/ 4172596 w 4172596"/>
              <a:gd name="connsiteY1" fmla="*/ 1934392 h 4952999"/>
              <a:gd name="connsiteX2" fmla="*/ 4172596 w 4172596"/>
              <a:gd name="connsiteY2" fmla="*/ 4952999 h 4952999"/>
              <a:gd name="connsiteX3" fmla="*/ 0 w 4172596"/>
              <a:gd name="connsiteY3" fmla="*/ 4952999 h 4952999"/>
              <a:gd name="connsiteX4" fmla="*/ 0 w 4172596"/>
              <a:gd name="connsiteY4" fmla="*/ 0 h 4952999"/>
              <a:gd name="connsiteX5" fmla="*/ 4172596 w 4172596"/>
              <a:gd name="connsiteY5" fmla="*/ 0 h 4952999"/>
              <a:gd name="connsiteX6" fmla="*/ 4172596 w 4172596"/>
              <a:gd name="connsiteY6" fmla="*/ 342900 h 4952999"/>
              <a:gd name="connsiteX7" fmla="*/ 3239761 w 4172596"/>
              <a:gd name="connsiteY7" fmla="*/ 342900 h 4952999"/>
              <a:gd name="connsiteX8" fmla="*/ 3331201 w 4172596"/>
              <a:gd name="connsiteY8" fmla="*/ 2025832 h 4952999"/>
              <a:gd name="connsiteX0" fmla="*/ 3239761 w 4172596"/>
              <a:gd name="connsiteY0" fmla="*/ 1934392 h 4952999"/>
              <a:gd name="connsiteX1" fmla="*/ 4172596 w 4172596"/>
              <a:gd name="connsiteY1" fmla="*/ 1934392 h 4952999"/>
              <a:gd name="connsiteX2" fmla="*/ 4172596 w 4172596"/>
              <a:gd name="connsiteY2" fmla="*/ 4952999 h 4952999"/>
              <a:gd name="connsiteX3" fmla="*/ 0 w 4172596"/>
              <a:gd name="connsiteY3" fmla="*/ 4952999 h 4952999"/>
              <a:gd name="connsiteX4" fmla="*/ 0 w 4172596"/>
              <a:gd name="connsiteY4" fmla="*/ 0 h 4952999"/>
              <a:gd name="connsiteX5" fmla="*/ 4172596 w 4172596"/>
              <a:gd name="connsiteY5" fmla="*/ 0 h 4952999"/>
              <a:gd name="connsiteX6" fmla="*/ 4172596 w 4172596"/>
              <a:gd name="connsiteY6" fmla="*/ 342900 h 4952999"/>
              <a:gd name="connsiteX7" fmla="*/ 3239761 w 4172596"/>
              <a:gd name="connsiteY7" fmla="*/ 342900 h 4952999"/>
              <a:gd name="connsiteX0" fmla="*/ 4172596 w 4172596"/>
              <a:gd name="connsiteY0" fmla="*/ 1934392 h 4952999"/>
              <a:gd name="connsiteX1" fmla="*/ 4172596 w 4172596"/>
              <a:gd name="connsiteY1" fmla="*/ 4952999 h 4952999"/>
              <a:gd name="connsiteX2" fmla="*/ 0 w 4172596"/>
              <a:gd name="connsiteY2" fmla="*/ 4952999 h 4952999"/>
              <a:gd name="connsiteX3" fmla="*/ 0 w 4172596"/>
              <a:gd name="connsiteY3" fmla="*/ 0 h 4952999"/>
              <a:gd name="connsiteX4" fmla="*/ 4172596 w 4172596"/>
              <a:gd name="connsiteY4" fmla="*/ 0 h 4952999"/>
              <a:gd name="connsiteX5" fmla="*/ 4172596 w 4172596"/>
              <a:gd name="connsiteY5" fmla="*/ 342900 h 4952999"/>
              <a:gd name="connsiteX6" fmla="*/ 3239761 w 4172596"/>
              <a:gd name="connsiteY6" fmla="*/ 342900 h 4952999"/>
              <a:gd name="connsiteX0" fmla="*/ 4172596 w 4172596"/>
              <a:gd name="connsiteY0" fmla="*/ 1934392 h 4952999"/>
              <a:gd name="connsiteX1" fmla="*/ 4172596 w 4172596"/>
              <a:gd name="connsiteY1" fmla="*/ 4952999 h 4952999"/>
              <a:gd name="connsiteX2" fmla="*/ 0 w 4172596"/>
              <a:gd name="connsiteY2" fmla="*/ 4952999 h 4952999"/>
              <a:gd name="connsiteX3" fmla="*/ 0 w 4172596"/>
              <a:gd name="connsiteY3" fmla="*/ 0 h 4952999"/>
              <a:gd name="connsiteX4" fmla="*/ 4172596 w 4172596"/>
              <a:gd name="connsiteY4" fmla="*/ 0 h 4952999"/>
              <a:gd name="connsiteX5" fmla="*/ 4172596 w 4172596"/>
              <a:gd name="connsiteY5" fmla="*/ 342900 h 4952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72596" h="4952999">
                <a:moveTo>
                  <a:pt x="4172596" y="1934392"/>
                </a:moveTo>
                <a:lnTo>
                  <a:pt x="4172596" y="4952999"/>
                </a:lnTo>
                <a:lnTo>
                  <a:pt x="0" y="4952999"/>
                </a:lnTo>
                <a:lnTo>
                  <a:pt x="0" y="0"/>
                </a:lnTo>
                <a:lnTo>
                  <a:pt x="4172596" y="0"/>
                </a:lnTo>
                <a:lnTo>
                  <a:pt x="4172596" y="342900"/>
                </a:ln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21476E-8857-75EF-4ED3-F5D5D8A78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786" y="1319622"/>
            <a:ext cx="3481988" cy="1591492"/>
          </a:xfrm>
          <a:noFill/>
        </p:spPr>
        <p:txBody>
          <a:bodyPr>
            <a:normAutofit/>
          </a:bodyPr>
          <a:lstStyle/>
          <a:p>
            <a:r>
              <a:rPr lang="en-US">
                <a:solidFill>
                  <a:schemeClr val="accent1">
                    <a:lumMod val="60000"/>
                    <a:lumOff val="40000"/>
                  </a:schemeClr>
                </a:solidFill>
              </a:rPr>
              <a:t>Ai workflow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CB90104-2237-197B-9AF3-DF2174E3B1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8493"/>
              </p:ext>
            </p:extLst>
          </p:nvPr>
        </p:nvGraphicFramePr>
        <p:xfrm>
          <a:off x="6356733" y="1145754"/>
          <a:ext cx="3910985" cy="42274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4080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E2C3B9A-B4D2-F54D-15F0-06653E183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068CEB5-F191-9D3E-BAC0-B0E212720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22">
            <a:extLst>
              <a:ext uri="{FF2B5EF4-FFF2-40B4-BE49-F238E27FC236}">
                <a16:creationId xmlns:a16="http://schemas.microsoft.com/office/drawing/2014/main" id="{9464ED38-224B-AB8F-2B4A-18C5B2BE0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35884" y="931856"/>
            <a:ext cx="10318890" cy="4994960"/>
          </a:xfrm>
          <a:custGeom>
            <a:avLst/>
            <a:gdLst>
              <a:gd name="connsiteX0" fmla="*/ 0 w 4172596"/>
              <a:gd name="connsiteY0" fmla="*/ 0 h 4952999"/>
              <a:gd name="connsiteX1" fmla="*/ 4172596 w 4172596"/>
              <a:gd name="connsiteY1" fmla="*/ 0 h 4952999"/>
              <a:gd name="connsiteX2" fmla="*/ 4172596 w 4172596"/>
              <a:gd name="connsiteY2" fmla="*/ 342900 h 4952999"/>
              <a:gd name="connsiteX3" fmla="*/ 3239761 w 4172596"/>
              <a:gd name="connsiteY3" fmla="*/ 342900 h 4952999"/>
              <a:gd name="connsiteX4" fmla="*/ 3239761 w 4172596"/>
              <a:gd name="connsiteY4" fmla="*/ 1934392 h 4952999"/>
              <a:gd name="connsiteX5" fmla="*/ 4172596 w 4172596"/>
              <a:gd name="connsiteY5" fmla="*/ 1934392 h 4952999"/>
              <a:gd name="connsiteX6" fmla="*/ 4172596 w 4172596"/>
              <a:gd name="connsiteY6" fmla="*/ 4952999 h 4952999"/>
              <a:gd name="connsiteX7" fmla="*/ 0 w 4172596"/>
              <a:gd name="connsiteY7" fmla="*/ 4952999 h 4952999"/>
              <a:gd name="connsiteX0" fmla="*/ 3239761 w 4172596"/>
              <a:gd name="connsiteY0" fmla="*/ 1934392 h 4952999"/>
              <a:gd name="connsiteX1" fmla="*/ 4172596 w 4172596"/>
              <a:gd name="connsiteY1" fmla="*/ 1934392 h 4952999"/>
              <a:gd name="connsiteX2" fmla="*/ 4172596 w 4172596"/>
              <a:gd name="connsiteY2" fmla="*/ 4952999 h 4952999"/>
              <a:gd name="connsiteX3" fmla="*/ 0 w 4172596"/>
              <a:gd name="connsiteY3" fmla="*/ 4952999 h 4952999"/>
              <a:gd name="connsiteX4" fmla="*/ 0 w 4172596"/>
              <a:gd name="connsiteY4" fmla="*/ 0 h 4952999"/>
              <a:gd name="connsiteX5" fmla="*/ 4172596 w 4172596"/>
              <a:gd name="connsiteY5" fmla="*/ 0 h 4952999"/>
              <a:gd name="connsiteX6" fmla="*/ 4172596 w 4172596"/>
              <a:gd name="connsiteY6" fmla="*/ 342900 h 4952999"/>
              <a:gd name="connsiteX7" fmla="*/ 3239761 w 4172596"/>
              <a:gd name="connsiteY7" fmla="*/ 342900 h 4952999"/>
              <a:gd name="connsiteX8" fmla="*/ 3331201 w 4172596"/>
              <a:gd name="connsiteY8" fmla="*/ 2025832 h 4952999"/>
              <a:gd name="connsiteX0" fmla="*/ 3239761 w 4172596"/>
              <a:gd name="connsiteY0" fmla="*/ 1934392 h 4952999"/>
              <a:gd name="connsiteX1" fmla="*/ 4172596 w 4172596"/>
              <a:gd name="connsiteY1" fmla="*/ 1934392 h 4952999"/>
              <a:gd name="connsiteX2" fmla="*/ 4172596 w 4172596"/>
              <a:gd name="connsiteY2" fmla="*/ 4952999 h 4952999"/>
              <a:gd name="connsiteX3" fmla="*/ 0 w 4172596"/>
              <a:gd name="connsiteY3" fmla="*/ 4952999 h 4952999"/>
              <a:gd name="connsiteX4" fmla="*/ 0 w 4172596"/>
              <a:gd name="connsiteY4" fmla="*/ 0 h 4952999"/>
              <a:gd name="connsiteX5" fmla="*/ 4172596 w 4172596"/>
              <a:gd name="connsiteY5" fmla="*/ 0 h 4952999"/>
              <a:gd name="connsiteX6" fmla="*/ 4172596 w 4172596"/>
              <a:gd name="connsiteY6" fmla="*/ 342900 h 4952999"/>
              <a:gd name="connsiteX7" fmla="*/ 3239761 w 4172596"/>
              <a:gd name="connsiteY7" fmla="*/ 342900 h 4952999"/>
              <a:gd name="connsiteX0" fmla="*/ 4172596 w 4172596"/>
              <a:gd name="connsiteY0" fmla="*/ 1934392 h 4952999"/>
              <a:gd name="connsiteX1" fmla="*/ 4172596 w 4172596"/>
              <a:gd name="connsiteY1" fmla="*/ 4952999 h 4952999"/>
              <a:gd name="connsiteX2" fmla="*/ 0 w 4172596"/>
              <a:gd name="connsiteY2" fmla="*/ 4952999 h 4952999"/>
              <a:gd name="connsiteX3" fmla="*/ 0 w 4172596"/>
              <a:gd name="connsiteY3" fmla="*/ 0 h 4952999"/>
              <a:gd name="connsiteX4" fmla="*/ 4172596 w 4172596"/>
              <a:gd name="connsiteY4" fmla="*/ 0 h 4952999"/>
              <a:gd name="connsiteX5" fmla="*/ 4172596 w 4172596"/>
              <a:gd name="connsiteY5" fmla="*/ 342900 h 4952999"/>
              <a:gd name="connsiteX6" fmla="*/ 3239761 w 4172596"/>
              <a:gd name="connsiteY6" fmla="*/ 342900 h 4952999"/>
              <a:gd name="connsiteX0" fmla="*/ 4172596 w 4172596"/>
              <a:gd name="connsiteY0" fmla="*/ 1934392 h 4952999"/>
              <a:gd name="connsiteX1" fmla="*/ 4172596 w 4172596"/>
              <a:gd name="connsiteY1" fmla="*/ 4952999 h 4952999"/>
              <a:gd name="connsiteX2" fmla="*/ 0 w 4172596"/>
              <a:gd name="connsiteY2" fmla="*/ 4952999 h 4952999"/>
              <a:gd name="connsiteX3" fmla="*/ 0 w 4172596"/>
              <a:gd name="connsiteY3" fmla="*/ 0 h 4952999"/>
              <a:gd name="connsiteX4" fmla="*/ 4172596 w 4172596"/>
              <a:gd name="connsiteY4" fmla="*/ 0 h 4952999"/>
              <a:gd name="connsiteX5" fmla="*/ 4172596 w 4172596"/>
              <a:gd name="connsiteY5" fmla="*/ 342900 h 4952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72596" h="4952999">
                <a:moveTo>
                  <a:pt x="4172596" y="1934392"/>
                </a:moveTo>
                <a:lnTo>
                  <a:pt x="4172596" y="4952999"/>
                </a:lnTo>
                <a:lnTo>
                  <a:pt x="0" y="4952999"/>
                </a:lnTo>
                <a:lnTo>
                  <a:pt x="0" y="0"/>
                </a:lnTo>
                <a:lnTo>
                  <a:pt x="4172596" y="0"/>
                </a:lnTo>
                <a:lnTo>
                  <a:pt x="4172596" y="342900"/>
                </a:ln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5FC656-994F-1F44-D4F7-9755EDE8C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626" y="1827249"/>
            <a:ext cx="3182974" cy="610778"/>
          </a:xfrm>
          <a:noFill/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AI AGENT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64C91ED-CDB1-6207-C27D-C2510F1663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4230356"/>
              </p:ext>
            </p:extLst>
          </p:nvPr>
        </p:nvGraphicFramePr>
        <p:xfrm>
          <a:off x="5562600" y="1495741"/>
          <a:ext cx="4988781" cy="39967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CDBA261-1978-84D2-B7C2-B427D3DFC541}"/>
              </a:ext>
            </a:extLst>
          </p:cNvPr>
          <p:cNvSpPr txBox="1"/>
          <p:nvPr/>
        </p:nvSpPr>
        <p:spPr>
          <a:xfrm>
            <a:off x="1484100" y="2630135"/>
            <a:ext cx="278384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  <a:latin typeface="+mj-lt"/>
              </a:rPr>
              <a:t>Tools Used by Agent</a:t>
            </a:r>
          </a:p>
          <a:p>
            <a:endParaRPr lang="en-GB" sz="2400" b="1" dirty="0">
              <a:solidFill>
                <a:schemeClr val="bg1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bg1"/>
                </a:solidFill>
              </a:rPr>
              <a:t>LLM</a:t>
            </a:r>
            <a:r>
              <a:rPr lang="en-GB" sz="1400" dirty="0">
                <a:solidFill>
                  <a:schemeClr val="bg1"/>
                </a:solidFill>
              </a:rPr>
              <a:t> (GPT / Claude)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bg1"/>
                </a:solidFill>
              </a:rPr>
              <a:t>SQL Tool</a:t>
            </a:r>
            <a:r>
              <a:rPr lang="en-GB" sz="1400" dirty="0">
                <a:solidFill>
                  <a:schemeClr val="bg1"/>
                </a:solidFill>
              </a:rPr>
              <a:t> (dynamic query generation)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bg1"/>
                </a:solidFill>
              </a:rPr>
              <a:t>Analytics Tool</a:t>
            </a:r>
            <a:r>
              <a:rPr lang="en-GB" sz="1400" dirty="0">
                <a:solidFill>
                  <a:schemeClr val="bg1"/>
                </a:solidFill>
              </a:rPr>
              <a:t> (Python / Pandas)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bg1"/>
                </a:solidFill>
              </a:rPr>
              <a:t>Visualization Tool</a:t>
            </a:r>
            <a:r>
              <a:rPr lang="en-GB" sz="1400" dirty="0">
                <a:solidFill>
                  <a:schemeClr val="bg1"/>
                </a:solidFill>
              </a:rPr>
              <a:t> (</a:t>
            </a:r>
            <a:r>
              <a:rPr lang="en-GB" sz="1400" dirty="0" err="1">
                <a:solidFill>
                  <a:schemeClr val="bg1"/>
                </a:solidFill>
              </a:rPr>
              <a:t>Plotly</a:t>
            </a:r>
            <a:r>
              <a:rPr lang="en-GB" sz="1400" dirty="0">
                <a:solidFill>
                  <a:schemeClr val="bg1"/>
                </a:solidFill>
              </a:rPr>
              <a:t> / BI API)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bg1"/>
                </a:solidFill>
              </a:rPr>
              <a:t>Insight Tool</a:t>
            </a:r>
            <a:r>
              <a:rPr lang="en-GB" sz="1400" dirty="0">
                <a:solidFill>
                  <a:schemeClr val="bg1"/>
                </a:solidFill>
              </a:rPr>
              <a:t> (Trend &amp; anomaly detection)</a:t>
            </a:r>
          </a:p>
        </p:txBody>
      </p:sp>
    </p:spTree>
    <p:extLst>
      <p:ext uri="{BB962C8B-B14F-4D97-AF65-F5344CB8AC3E}">
        <p14:creationId xmlns:p14="http://schemas.microsoft.com/office/powerpoint/2010/main" val="676400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D12CE6E-EFBF-F92D-EFCE-D0EAEE4F3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A35204-0670-6473-6686-1AB0165AB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0159" y="936478"/>
            <a:ext cx="10314136" cy="4982284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010292-71B2-B4E9-3C75-C7A1AC863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786" y="1581664"/>
            <a:ext cx="4014446" cy="1329449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GB" sz="2000" dirty="0"/>
              <a:t>Predictable Workflow vs Dynamic AI Agent — When to Use Which</a:t>
            </a:r>
            <a:endParaRPr 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378F1-035D-41E3-0E32-6E82C8721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495741"/>
            <a:ext cx="4455381" cy="3996716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GB" sz="1500" b="1" dirty="0"/>
              <a:t>1. Predictable (Fixed) AI Workflow</a:t>
            </a:r>
          </a:p>
          <a:p>
            <a:pPr>
              <a:lnSpc>
                <a:spcPct val="110000"/>
              </a:lnSpc>
            </a:pPr>
            <a:r>
              <a:rPr lang="en-GB" sz="1500" dirty="0"/>
              <a:t>The process is repeatable and well-defined</a:t>
            </a:r>
          </a:p>
          <a:p>
            <a:pPr>
              <a:lnSpc>
                <a:spcPct val="110000"/>
              </a:lnSpc>
            </a:pPr>
            <a:r>
              <a:rPr lang="en-GB" sz="1500" dirty="0"/>
              <a:t>Inputs and outputs follow a fixed structure</a:t>
            </a:r>
          </a:p>
          <a:p>
            <a:pPr>
              <a:lnSpc>
                <a:spcPct val="110000"/>
              </a:lnSpc>
            </a:pPr>
            <a:r>
              <a:rPr lang="en-GB" sz="1600" dirty="0"/>
              <a:t>Deterministic results (same input → same output)</a:t>
            </a:r>
            <a:endParaRPr lang="en-GB" sz="1500" dirty="0"/>
          </a:p>
          <a:p>
            <a:pPr>
              <a:lnSpc>
                <a:spcPct val="110000"/>
              </a:lnSpc>
            </a:pPr>
            <a:r>
              <a:rPr lang="en-GB" sz="1600" dirty="0"/>
              <a:t>Faster execution and lower cost with higher reliability</a:t>
            </a:r>
          </a:p>
          <a:p>
            <a:pPr>
              <a:lnSpc>
                <a:spcPct val="110000"/>
              </a:lnSpc>
            </a:pPr>
            <a:r>
              <a:rPr lang="en-GB" sz="1500" dirty="0"/>
              <a:t>2</a:t>
            </a:r>
            <a:r>
              <a:rPr lang="en-GB" sz="1500" b="1" dirty="0"/>
              <a:t>.Dynamic AI Agent</a:t>
            </a:r>
          </a:p>
          <a:p>
            <a:pPr>
              <a:lnSpc>
                <a:spcPct val="110000"/>
              </a:lnSpc>
              <a:defRPr/>
            </a:pPr>
            <a:r>
              <a:rPr lang="en-GB" sz="1500" dirty="0"/>
              <a:t>Flexible and context-aware</a:t>
            </a:r>
          </a:p>
          <a:p>
            <a:pPr>
              <a:lnSpc>
                <a:spcPct val="110000"/>
              </a:lnSpc>
              <a:defRPr/>
            </a:pPr>
            <a:r>
              <a:rPr lang="en-GB" sz="1500" dirty="0"/>
              <a:t>Can handle ambiguity and novel queries</a:t>
            </a:r>
          </a:p>
          <a:p>
            <a:pPr>
              <a:lnSpc>
                <a:spcPct val="110000"/>
              </a:lnSpc>
              <a:defRPr/>
            </a:pPr>
            <a:r>
              <a:rPr lang="en-GB" sz="1500" dirty="0"/>
              <a:t>Reduces need for predefined flows</a:t>
            </a:r>
          </a:p>
          <a:p>
            <a:pPr>
              <a:lnSpc>
                <a:spcPct val="110000"/>
              </a:lnSpc>
              <a:defRPr/>
            </a:pPr>
            <a:r>
              <a:rPr lang="en-GB" sz="1500" dirty="0"/>
              <a:t>Scales better for exploratory analysis</a:t>
            </a:r>
          </a:p>
          <a:p>
            <a:pPr marL="0" lvl="0" indent="0">
              <a:lnSpc>
                <a:spcPct val="110000"/>
              </a:lnSpc>
              <a:buNone/>
              <a:defRPr/>
            </a:pPr>
            <a:endParaRPr lang="en-GB" sz="1500" dirty="0"/>
          </a:p>
          <a:p>
            <a:pPr marL="0" indent="0">
              <a:lnSpc>
                <a:spcPct val="110000"/>
              </a:lnSpc>
              <a:buNone/>
            </a:pPr>
            <a:endParaRPr lang="en-GB" sz="1500" dirty="0"/>
          </a:p>
          <a:p>
            <a:pPr marL="0" indent="0">
              <a:lnSpc>
                <a:spcPct val="110000"/>
              </a:lnSpc>
              <a:buNone/>
            </a:pPr>
            <a:endParaRPr lang="en-US" sz="15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A8A31A6-45FF-E727-C5FB-38BA4C613B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F6C2517-9B0C-62C0-30F6-895BC2BBC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599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2C3B9A-B4D2-F54D-15F0-06653E183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68CEB5-F191-9D3E-BAC0-B0E212720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13C9A093-C8F3-6B42-60DA-CB0BAF21FDD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38556" r="23269"/>
          <a:stretch>
            <a:fillRect/>
          </a:stretch>
        </p:blipFill>
        <p:spPr>
          <a:xfrm>
            <a:off x="20" y="-1"/>
            <a:ext cx="4654276" cy="6857999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464ED38-224B-AB8F-2B4A-18C5B2BE0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35884" y="931856"/>
            <a:ext cx="10318890" cy="4994960"/>
          </a:xfrm>
          <a:custGeom>
            <a:avLst/>
            <a:gdLst>
              <a:gd name="connsiteX0" fmla="*/ 0 w 4172596"/>
              <a:gd name="connsiteY0" fmla="*/ 0 h 4952999"/>
              <a:gd name="connsiteX1" fmla="*/ 4172596 w 4172596"/>
              <a:gd name="connsiteY1" fmla="*/ 0 h 4952999"/>
              <a:gd name="connsiteX2" fmla="*/ 4172596 w 4172596"/>
              <a:gd name="connsiteY2" fmla="*/ 342900 h 4952999"/>
              <a:gd name="connsiteX3" fmla="*/ 3239761 w 4172596"/>
              <a:gd name="connsiteY3" fmla="*/ 342900 h 4952999"/>
              <a:gd name="connsiteX4" fmla="*/ 3239761 w 4172596"/>
              <a:gd name="connsiteY4" fmla="*/ 1934392 h 4952999"/>
              <a:gd name="connsiteX5" fmla="*/ 4172596 w 4172596"/>
              <a:gd name="connsiteY5" fmla="*/ 1934392 h 4952999"/>
              <a:gd name="connsiteX6" fmla="*/ 4172596 w 4172596"/>
              <a:gd name="connsiteY6" fmla="*/ 4952999 h 4952999"/>
              <a:gd name="connsiteX7" fmla="*/ 0 w 4172596"/>
              <a:gd name="connsiteY7" fmla="*/ 4952999 h 4952999"/>
              <a:gd name="connsiteX0" fmla="*/ 3239761 w 4172596"/>
              <a:gd name="connsiteY0" fmla="*/ 1934392 h 4952999"/>
              <a:gd name="connsiteX1" fmla="*/ 4172596 w 4172596"/>
              <a:gd name="connsiteY1" fmla="*/ 1934392 h 4952999"/>
              <a:gd name="connsiteX2" fmla="*/ 4172596 w 4172596"/>
              <a:gd name="connsiteY2" fmla="*/ 4952999 h 4952999"/>
              <a:gd name="connsiteX3" fmla="*/ 0 w 4172596"/>
              <a:gd name="connsiteY3" fmla="*/ 4952999 h 4952999"/>
              <a:gd name="connsiteX4" fmla="*/ 0 w 4172596"/>
              <a:gd name="connsiteY4" fmla="*/ 0 h 4952999"/>
              <a:gd name="connsiteX5" fmla="*/ 4172596 w 4172596"/>
              <a:gd name="connsiteY5" fmla="*/ 0 h 4952999"/>
              <a:gd name="connsiteX6" fmla="*/ 4172596 w 4172596"/>
              <a:gd name="connsiteY6" fmla="*/ 342900 h 4952999"/>
              <a:gd name="connsiteX7" fmla="*/ 3239761 w 4172596"/>
              <a:gd name="connsiteY7" fmla="*/ 342900 h 4952999"/>
              <a:gd name="connsiteX8" fmla="*/ 3331201 w 4172596"/>
              <a:gd name="connsiteY8" fmla="*/ 2025832 h 4952999"/>
              <a:gd name="connsiteX0" fmla="*/ 3239761 w 4172596"/>
              <a:gd name="connsiteY0" fmla="*/ 1934392 h 4952999"/>
              <a:gd name="connsiteX1" fmla="*/ 4172596 w 4172596"/>
              <a:gd name="connsiteY1" fmla="*/ 1934392 h 4952999"/>
              <a:gd name="connsiteX2" fmla="*/ 4172596 w 4172596"/>
              <a:gd name="connsiteY2" fmla="*/ 4952999 h 4952999"/>
              <a:gd name="connsiteX3" fmla="*/ 0 w 4172596"/>
              <a:gd name="connsiteY3" fmla="*/ 4952999 h 4952999"/>
              <a:gd name="connsiteX4" fmla="*/ 0 w 4172596"/>
              <a:gd name="connsiteY4" fmla="*/ 0 h 4952999"/>
              <a:gd name="connsiteX5" fmla="*/ 4172596 w 4172596"/>
              <a:gd name="connsiteY5" fmla="*/ 0 h 4952999"/>
              <a:gd name="connsiteX6" fmla="*/ 4172596 w 4172596"/>
              <a:gd name="connsiteY6" fmla="*/ 342900 h 4952999"/>
              <a:gd name="connsiteX7" fmla="*/ 3239761 w 4172596"/>
              <a:gd name="connsiteY7" fmla="*/ 342900 h 4952999"/>
              <a:gd name="connsiteX0" fmla="*/ 4172596 w 4172596"/>
              <a:gd name="connsiteY0" fmla="*/ 1934392 h 4952999"/>
              <a:gd name="connsiteX1" fmla="*/ 4172596 w 4172596"/>
              <a:gd name="connsiteY1" fmla="*/ 4952999 h 4952999"/>
              <a:gd name="connsiteX2" fmla="*/ 0 w 4172596"/>
              <a:gd name="connsiteY2" fmla="*/ 4952999 h 4952999"/>
              <a:gd name="connsiteX3" fmla="*/ 0 w 4172596"/>
              <a:gd name="connsiteY3" fmla="*/ 0 h 4952999"/>
              <a:gd name="connsiteX4" fmla="*/ 4172596 w 4172596"/>
              <a:gd name="connsiteY4" fmla="*/ 0 h 4952999"/>
              <a:gd name="connsiteX5" fmla="*/ 4172596 w 4172596"/>
              <a:gd name="connsiteY5" fmla="*/ 342900 h 4952999"/>
              <a:gd name="connsiteX6" fmla="*/ 3239761 w 4172596"/>
              <a:gd name="connsiteY6" fmla="*/ 342900 h 4952999"/>
              <a:gd name="connsiteX0" fmla="*/ 4172596 w 4172596"/>
              <a:gd name="connsiteY0" fmla="*/ 1934392 h 4952999"/>
              <a:gd name="connsiteX1" fmla="*/ 4172596 w 4172596"/>
              <a:gd name="connsiteY1" fmla="*/ 4952999 h 4952999"/>
              <a:gd name="connsiteX2" fmla="*/ 0 w 4172596"/>
              <a:gd name="connsiteY2" fmla="*/ 4952999 h 4952999"/>
              <a:gd name="connsiteX3" fmla="*/ 0 w 4172596"/>
              <a:gd name="connsiteY3" fmla="*/ 0 h 4952999"/>
              <a:gd name="connsiteX4" fmla="*/ 4172596 w 4172596"/>
              <a:gd name="connsiteY4" fmla="*/ 0 h 4952999"/>
              <a:gd name="connsiteX5" fmla="*/ 4172596 w 4172596"/>
              <a:gd name="connsiteY5" fmla="*/ 342900 h 4952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72596" h="4952999">
                <a:moveTo>
                  <a:pt x="4172596" y="1934392"/>
                </a:moveTo>
                <a:lnTo>
                  <a:pt x="4172596" y="4952999"/>
                </a:lnTo>
                <a:lnTo>
                  <a:pt x="0" y="4952999"/>
                </a:lnTo>
                <a:lnTo>
                  <a:pt x="0" y="0"/>
                </a:lnTo>
                <a:lnTo>
                  <a:pt x="4172596" y="0"/>
                </a:lnTo>
                <a:lnTo>
                  <a:pt x="4172596" y="342900"/>
                </a:ln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516131-9222-3D67-77E5-199CAC302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786" y="1319622"/>
            <a:ext cx="3481988" cy="1591492"/>
          </a:xfrm>
          <a:noFill/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sz="2000">
                <a:solidFill>
                  <a:schemeClr val="accent1">
                    <a:lumMod val="60000"/>
                    <a:lumOff val="40000"/>
                  </a:schemeClr>
                </a:solidFill>
              </a:rPr>
              <a:t>Conclusion: Choosing the Right AI Integration</a:t>
            </a:r>
            <a:br>
              <a:rPr lang="en-GB" sz="200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endParaRPr lang="en-US" sz="20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9D620-F392-AD1C-9712-0023E1080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2600" y="1495741"/>
            <a:ext cx="4988781" cy="399671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sz="1500" b="1" dirty="0"/>
              <a:t>Predictable AI workflows</a:t>
            </a:r>
            <a:r>
              <a:rPr lang="en-GB" sz="1500" dirty="0"/>
              <a:t> are ideal for </a:t>
            </a:r>
            <a:r>
              <a:rPr lang="en-GB" sz="1500" b="1" dirty="0"/>
              <a:t>structured, repeatable, and business-critical processes</a:t>
            </a:r>
            <a:r>
              <a:rPr lang="en-GB" sz="1500" dirty="0"/>
              <a:t> such as dashboards, reports, and scheduled analytics where consistency and reliability matter most.</a:t>
            </a:r>
          </a:p>
          <a:p>
            <a:pPr>
              <a:lnSpc>
                <a:spcPct val="110000"/>
              </a:lnSpc>
            </a:pPr>
            <a:r>
              <a:rPr lang="en-GB" sz="1500" b="1" dirty="0"/>
              <a:t>Dynamic AI agents</a:t>
            </a:r>
            <a:r>
              <a:rPr lang="en-GB" sz="1500" dirty="0"/>
              <a:t> excel in </a:t>
            </a:r>
            <a:r>
              <a:rPr lang="en-GB" sz="1500" b="1" dirty="0"/>
              <a:t>exploratory and decision-driven scenarios</a:t>
            </a:r>
            <a:r>
              <a:rPr lang="en-GB" sz="1500" dirty="0"/>
              <a:t>, where requirements change, questions are open-ended, and intelligent tool selection is required.</a:t>
            </a:r>
          </a:p>
          <a:p>
            <a:pPr>
              <a:lnSpc>
                <a:spcPct val="110000"/>
              </a:lnSpc>
            </a:pPr>
            <a:r>
              <a:rPr lang="en-GB" sz="1500" dirty="0"/>
              <a:t>Both approaches </a:t>
            </a:r>
            <a:r>
              <a:rPr lang="en-GB" sz="1500" b="1" dirty="0"/>
              <a:t>solve different problems</a:t>
            </a:r>
            <a:r>
              <a:rPr lang="en-GB" sz="1500" dirty="0"/>
              <a:t> and are </a:t>
            </a:r>
            <a:r>
              <a:rPr lang="en-GB" sz="1500" b="1" dirty="0"/>
              <a:t>not mutually exclusive</a:t>
            </a:r>
            <a:r>
              <a:rPr lang="en-GB" sz="1500" dirty="0"/>
              <a:t>.</a:t>
            </a:r>
          </a:p>
          <a:p>
            <a:pPr>
              <a:lnSpc>
                <a:spcPct val="110000"/>
              </a:lnSpc>
            </a:pPr>
            <a:r>
              <a:rPr lang="en-GB" sz="1500" dirty="0"/>
              <a:t>The most effective systems often </a:t>
            </a:r>
            <a:r>
              <a:rPr lang="en-GB" sz="1500" b="1" dirty="0"/>
              <a:t>combine both</a:t>
            </a:r>
            <a:r>
              <a:rPr lang="en-GB" sz="1500" dirty="0"/>
              <a:t>:</a:t>
            </a:r>
          </a:p>
          <a:p>
            <a:pPr lvl="1">
              <a:lnSpc>
                <a:spcPct val="110000"/>
              </a:lnSpc>
            </a:pPr>
            <a:r>
              <a:rPr lang="en-GB" sz="1500" dirty="0"/>
              <a:t>Workflows for stability and automation</a:t>
            </a:r>
          </a:p>
          <a:p>
            <a:pPr lvl="1">
              <a:lnSpc>
                <a:spcPct val="110000"/>
              </a:lnSpc>
            </a:pPr>
            <a:r>
              <a:rPr lang="en-GB" sz="1500" dirty="0"/>
              <a:t>Agents for flexibility and insight generation</a:t>
            </a:r>
          </a:p>
          <a:p>
            <a:pPr>
              <a:lnSpc>
                <a:spcPct val="110000"/>
              </a:lnSpc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504520753"/>
      </p:ext>
    </p:extLst>
  </p:cSld>
  <p:clrMapOvr>
    <a:masterClrMapping/>
  </p:clrMapOvr>
</p:sld>
</file>

<file path=ppt/theme/theme1.xml><?xml version="1.0" encoding="utf-8"?>
<a:theme xmlns:a="http://schemas.openxmlformats.org/drawingml/2006/main" name="LimelightVTI">
  <a:themeElements>
    <a:clrScheme name="Limelight">
      <a:dk1>
        <a:sysClr val="windowText" lastClr="000000"/>
      </a:dk1>
      <a:lt1>
        <a:sysClr val="window" lastClr="FFFFFF"/>
      </a:lt1>
      <a:dk2>
        <a:srgbClr val="23353B"/>
      </a:dk2>
      <a:lt2>
        <a:srgbClr val="E0DDD8"/>
      </a:lt2>
      <a:accent1>
        <a:srgbClr val="90A208"/>
      </a:accent1>
      <a:accent2>
        <a:srgbClr val="6A8755"/>
      </a:accent2>
      <a:accent3>
        <a:srgbClr val="49716B"/>
      </a:accent3>
      <a:accent4>
        <a:srgbClr val="A16F7C"/>
      </a:accent4>
      <a:accent5>
        <a:srgbClr val="B16455"/>
      </a:accent5>
      <a:accent6>
        <a:srgbClr val="E08350"/>
      </a:accent6>
      <a:hlink>
        <a:srgbClr val="5F864B"/>
      </a:hlink>
      <a:folHlink>
        <a:srgbClr val="3F877D"/>
      </a:folHlink>
    </a:clrScheme>
    <a:fontScheme name="Trade Gothic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imelightVTI" id="{7936DCFD-B587-41FD-9126-64F2709ED40B}" vid="{74F41540-78F1-4C56-9EAA-6FA6E9F1D77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82</TotalTime>
  <Words>332</Words>
  <Application>Microsoft Macintosh PowerPoint</Application>
  <PresentationFormat>Widescreen</PresentationFormat>
  <Paragraphs>50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Trade Gothic Next Cond</vt:lpstr>
      <vt:lpstr>Trade Gothic Next Light</vt:lpstr>
      <vt:lpstr>LimelightVTI</vt:lpstr>
      <vt:lpstr>AI Workflow vs AI Agent for Market Analysis Dashboards</vt:lpstr>
      <vt:lpstr>Use Case Overview – Market Analysis Dashboard </vt:lpstr>
      <vt:lpstr>Ai workflow</vt:lpstr>
      <vt:lpstr>AI AGENT</vt:lpstr>
      <vt:lpstr>Predictable Workflow vs Dynamic AI Agent — When to Use Which</vt:lpstr>
      <vt:lpstr>Conclusion: Choosing the Right AI Integration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Sandhya Anand</dc:creator>
  <cp:lastModifiedBy>Sandhya Anand</cp:lastModifiedBy>
  <cp:revision>4</cp:revision>
  <dcterms:created xsi:type="dcterms:W3CDTF">2026-01-17T15:41:45Z</dcterms:created>
  <dcterms:modified xsi:type="dcterms:W3CDTF">2026-01-18T08:40:53Z</dcterms:modified>
</cp:coreProperties>
</file>